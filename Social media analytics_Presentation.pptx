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74" r:id="rId6"/>
    <p:sldId id="275" r:id="rId7"/>
    <p:sldId id="276" r:id="rId8"/>
    <p:sldId id="277" r:id="rId9"/>
    <p:sldId id="278" r:id="rId10"/>
    <p:sldId id="289" r:id="rId11"/>
    <p:sldId id="290" r:id="rId12"/>
    <p:sldId id="291" r:id="rId13"/>
    <p:sldId id="292" r:id="rId14"/>
    <p:sldId id="265" r:id="rId15"/>
    <p:sldId id="259" r:id="rId16"/>
    <p:sldId id="261" r:id="rId17"/>
    <p:sldId id="262" r:id="rId18"/>
    <p:sldId id="279" r:id="rId19"/>
    <p:sldId id="281" r:id="rId20"/>
    <p:sldId id="282" r:id="rId21"/>
    <p:sldId id="287" r:id="rId22"/>
    <p:sldId id="288" r:id="rId23"/>
    <p:sldId id="263" r:id="rId24"/>
    <p:sldId id="293" r:id="rId25"/>
    <p:sldId id="268" r:id="rId26"/>
    <p:sldId id="269" r:id="rId27"/>
    <p:sldId id="294" r:id="rId28"/>
    <p:sldId id="29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364"/>
    <a:srgbClr val="6EB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491E39-1A8A-2602-3052-6D600E5F5F5D}" v="222" dt="2025-06-27T20:21:42.624"/>
    <p1510:client id="{8A972B38-3B1F-35B9-D1E1-ECA45B2AFFE5}" v="529" dt="2025-06-27T18:52:00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4B7495-2F2A-4000-B360-272B278F7938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36DCA3B-AE82-40B8-B1A7-1B4E2A3F94A9}">
      <dgm:prSet/>
      <dgm:spPr/>
      <dgm:t>
        <a:bodyPr/>
        <a:lstStyle/>
        <a:p>
          <a:r>
            <a:rPr lang="en-US"/>
            <a:t>This presentation analyzes the performance of advertising campaigns run on Facebook and Google.</a:t>
          </a:r>
        </a:p>
      </dgm:t>
    </dgm:pt>
    <dgm:pt modelId="{A0EB9D9D-30FD-4EF7-9C9E-CD8FE3454B56}" type="parTrans" cxnId="{5A949673-422A-455F-89F7-B79D4078771A}">
      <dgm:prSet/>
      <dgm:spPr/>
      <dgm:t>
        <a:bodyPr/>
        <a:lstStyle/>
        <a:p>
          <a:endParaRPr lang="en-US"/>
        </a:p>
      </dgm:t>
    </dgm:pt>
    <dgm:pt modelId="{BC478B92-493C-4FF1-A348-6BB8896F9F81}" type="sibTrans" cxnId="{5A949673-422A-455F-89F7-B79D4078771A}">
      <dgm:prSet/>
      <dgm:spPr/>
      <dgm:t>
        <a:bodyPr/>
        <a:lstStyle/>
        <a:p>
          <a:endParaRPr lang="en-US"/>
        </a:p>
      </dgm:t>
    </dgm:pt>
    <dgm:pt modelId="{435126E4-47D2-452F-AD8E-E5647B5C303F}">
      <dgm:prSet/>
      <dgm:spPr/>
      <dgm:t>
        <a:bodyPr/>
        <a:lstStyle/>
        <a:p>
          <a:r>
            <a:rPr lang="en-US"/>
            <a:t>The evaluation is based on key advertising metrics extracted from visual dashboards.</a:t>
          </a:r>
        </a:p>
      </dgm:t>
    </dgm:pt>
    <dgm:pt modelId="{6C740A73-3392-4D35-90D2-0AE30A5EC661}" type="parTrans" cxnId="{842490E1-9846-4F0C-B50E-1C787E2BA72D}">
      <dgm:prSet/>
      <dgm:spPr/>
      <dgm:t>
        <a:bodyPr/>
        <a:lstStyle/>
        <a:p>
          <a:endParaRPr lang="en-US"/>
        </a:p>
      </dgm:t>
    </dgm:pt>
    <dgm:pt modelId="{F4D5EAD7-AE3E-4BB3-9053-1BB87E7420FA}" type="sibTrans" cxnId="{842490E1-9846-4F0C-B50E-1C787E2BA72D}">
      <dgm:prSet/>
      <dgm:spPr/>
      <dgm:t>
        <a:bodyPr/>
        <a:lstStyle/>
        <a:p>
          <a:endParaRPr lang="en-US"/>
        </a:p>
      </dgm:t>
    </dgm:pt>
    <dgm:pt modelId="{15174904-6B89-485B-AA61-4E2828909BA3}">
      <dgm:prSet/>
      <dgm:spPr/>
      <dgm:t>
        <a:bodyPr/>
        <a:lstStyle/>
        <a:p>
          <a:r>
            <a:rPr lang="en-US"/>
            <a:t>The focus is on understanding platform-specific strengths, optimization opportunities, and return on investment indicators.</a:t>
          </a:r>
        </a:p>
      </dgm:t>
    </dgm:pt>
    <dgm:pt modelId="{5339EA33-3FB1-4BEF-B07C-5EEF11F9966B}" type="parTrans" cxnId="{14A5434A-2693-4FB4-919F-D48720E7BEBE}">
      <dgm:prSet/>
      <dgm:spPr/>
      <dgm:t>
        <a:bodyPr/>
        <a:lstStyle/>
        <a:p>
          <a:endParaRPr lang="en-US"/>
        </a:p>
      </dgm:t>
    </dgm:pt>
    <dgm:pt modelId="{A35DC6E3-C50D-42DE-A930-3E1839277035}" type="sibTrans" cxnId="{14A5434A-2693-4FB4-919F-D48720E7BEBE}">
      <dgm:prSet/>
      <dgm:spPr/>
      <dgm:t>
        <a:bodyPr/>
        <a:lstStyle/>
        <a:p>
          <a:endParaRPr lang="en-US"/>
        </a:p>
      </dgm:t>
    </dgm:pt>
    <dgm:pt modelId="{D09EF42D-CE7C-46C4-8441-5D5375EC129E}" type="pres">
      <dgm:prSet presAssocID="{A84B7495-2F2A-4000-B360-272B278F7938}" presName="vert0" presStyleCnt="0">
        <dgm:presLayoutVars>
          <dgm:dir/>
          <dgm:animOne val="branch"/>
          <dgm:animLvl val="lvl"/>
        </dgm:presLayoutVars>
      </dgm:prSet>
      <dgm:spPr/>
    </dgm:pt>
    <dgm:pt modelId="{5601EC7F-50C6-474C-988C-DAEBD3A2D55A}" type="pres">
      <dgm:prSet presAssocID="{336DCA3B-AE82-40B8-B1A7-1B4E2A3F94A9}" presName="thickLine" presStyleLbl="alignNode1" presStyleIdx="0" presStyleCnt="3"/>
      <dgm:spPr/>
    </dgm:pt>
    <dgm:pt modelId="{2430762F-A5F1-4B3D-9A99-E0173E1EB9B4}" type="pres">
      <dgm:prSet presAssocID="{336DCA3B-AE82-40B8-B1A7-1B4E2A3F94A9}" presName="horz1" presStyleCnt="0"/>
      <dgm:spPr/>
    </dgm:pt>
    <dgm:pt modelId="{DFADECBD-CB1F-4836-93A2-AAB2FA22034A}" type="pres">
      <dgm:prSet presAssocID="{336DCA3B-AE82-40B8-B1A7-1B4E2A3F94A9}" presName="tx1" presStyleLbl="revTx" presStyleIdx="0" presStyleCnt="3"/>
      <dgm:spPr/>
    </dgm:pt>
    <dgm:pt modelId="{1398C5D4-293E-4C5F-86A7-5974AFEBCD92}" type="pres">
      <dgm:prSet presAssocID="{336DCA3B-AE82-40B8-B1A7-1B4E2A3F94A9}" presName="vert1" presStyleCnt="0"/>
      <dgm:spPr/>
    </dgm:pt>
    <dgm:pt modelId="{A20BA799-268F-42F6-BC7D-7A6C5458BA46}" type="pres">
      <dgm:prSet presAssocID="{435126E4-47D2-452F-AD8E-E5647B5C303F}" presName="thickLine" presStyleLbl="alignNode1" presStyleIdx="1" presStyleCnt="3"/>
      <dgm:spPr/>
    </dgm:pt>
    <dgm:pt modelId="{433FFBE6-1144-4055-AB29-357D954DBCB7}" type="pres">
      <dgm:prSet presAssocID="{435126E4-47D2-452F-AD8E-E5647B5C303F}" presName="horz1" presStyleCnt="0"/>
      <dgm:spPr/>
    </dgm:pt>
    <dgm:pt modelId="{A0C4863A-7554-45D9-A8AC-920A13E48CB0}" type="pres">
      <dgm:prSet presAssocID="{435126E4-47D2-452F-AD8E-E5647B5C303F}" presName="tx1" presStyleLbl="revTx" presStyleIdx="1" presStyleCnt="3"/>
      <dgm:spPr/>
    </dgm:pt>
    <dgm:pt modelId="{4117E450-4D59-473D-8041-3B78304B3C6E}" type="pres">
      <dgm:prSet presAssocID="{435126E4-47D2-452F-AD8E-E5647B5C303F}" presName="vert1" presStyleCnt="0"/>
      <dgm:spPr/>
    </dgm:pt>
    <dgm:pt modelId="{4B80F1DD-0F02-4C46-86B5-64AA11025B09}" type="pres">
      <dgm:prSet presAssocID="{15174904-6B89-485B-AA61-4E2828909BA3}" presName="thickLine" presStyleLbl="alignNode1" presStyleIdx="2" presStyleCnt="3"/>
      <dgm:spPr/>
    </dgm:pt>
    <dgm:pt modelId="{376F045A-9A0E-46F4-9FD4-47D69770892A}" type="pres">
      <dgm:prSet presAssocID="{15174904-6B89-485B-AA61-4E2828909BA3}" presName="horz1" presStyleCnt="0"/>
      <dgm:spPr/>
    </dgm:pt>
    <dgm:pt modelId="{20106049-6227-4D0A-AF61-BDF49B90662D}" type="pres">
      <dgm:prSet presAssocID="{15174904-6B89-485B-AA61-4E2828909BA3}" presName="tx1" presStyleLbl="revTx" presStyleIdx="2" presStyleCnt="3"/>
      <dgm:spPr/>
    </dgm:pt>
    <dgm:pt modelId="{5B1BE2D2-002C-4F81-8EC6-67C5AC0A3A8F}" type="pres">
      <dgm:prSet presAssocID="{15174904-6B89-485B-AA61-4E2828909BA3}" presName="vert1" presStyleCnt="0"/>
      <dgm:spPr/>
    </dgm:pt>
  </dgm:ptLst>
  <dgm:cxnLst>
    <dgm:cxn modelId="{14A5434A-2693-4FB4-919F-D48720E7BEBE}" srcId="{A84B7495-2F2A-4000-B360-272B278F7938}" destId="{15174904-6B89-485B-AA61-4E2828909BA3}" srcOrd="2" destOrd="0" parTransId="{5339EA33-3FB1-4BEF-B07C-5EEF11F9966B}" sibTransId="{A35DC6E3-C50D-42DE-A930-3E1839277035}"/>
    <dgm:cxn modelId="{B88BE14B-9897-4285-BDE0-C8AE4D1EF9A8}" type="presOf" srcId="{336DCA3B-AE82-40B8-B1A7-1B4E2A3F94A9}" destId="{DFADECBD-CB1F-4836-93A2-AAB2FA22034A}" srcOrd="0" destOrd="0" presId="urn:microsoft.com/office/officeart/2008/layout/LinedList"/>
    <dgm:cxn modelId="{19746372-07AB-4BA6-B86D-7EB24DB8DA4A}" type="presOf" srcId="{15174904-6B89-485B-AA61-4E2828909BA3}" destId="{20106049-6227-4D0A-AF61-BDF49B90662D}" srcOrd="0" destOrd="0" presId="urn:microsoft.com/office/officeart/2008/layout/LinedList"/>
    <dgm:cxn modelId="{5A949673-422A-455F-89F7-B79D4078771A}" srcId="{A84B7495-2F2A-4000-B360-272B278F7938}" destId="{336DCA3B-AE82-40B8-B1A7-1B4E2A3F94A9}" srcOrd="0" destOrd="0" parTransId="{A0EB9D9D-30FD-4EF7-9C9E-CD8FE3454B56}" sibTransId="{BC478B92-493C-4FF1-A348-6BB8896F9F81}"/>
    <dgm:cxn modelId="{2A7D06A3-A8F3-4C05-BD34-69BDA0717CD7}" type="presOf" srcId="{A84B7495-2F2A-4000-B360-272B278F7938}" destId="{D09EF42D-CE7C-46C4-8441-5D5375EC129E}" srcOrd="0" destOrd="0" presId="urn:microsoft.com/office/officeart/2008/layout/LinedList"/>
    <dgm:cxn modelId="{842490E1-9846-4F0C-B50E-1C787E2BA72D}" srcId="{A84B7495-2F2A-4000-B360-272B278F7938}" destId="{435126E4-47D2-452F-AD8E-E5647B5C303F}" srcOrd="1" destOrd="0" parTransId="{6C740A73-3392-4D35-90D2-0AE30A5EC661}" sibTransId="{F4D5EAD7-AE3E-4BB3-9053-1BB87E7420FA}"/>
    <dgm:cxn modelId="{F6ECE4E4-AF12-4E3F-88D3-47316F42EBCA}" type="presOf" srcId="{435126E4-47D2-452F-AD8E-E5647B5C303F}" destId="{A0C4863A-7554-45D9-A8AC-920A13E48CB0}" srcOrd="0" destOrd="0" presId="urn:microsoft.com/office/officeart/2008/layout/LinedList"/>
    <dgm:cxn modelId="{4B6AB634-EC1D-445D-AA3E-51EC4F2EFF25}" type="presParOf" srcId="{D09EF42D-CE7C-46C4-8441-5D5375EC129E}" destId="{5601EC7F-50C6-474C-988C-DAEBD3A2D55A}" srcOrd="0" destOrd="0" presId="urn:microsoft.com/office/officeart/2008/layout/LinedList"/>
    <dgm:cxn modelId="{9A4536F0-D22D-4E1C-BFD5-91FC572563CD}" type="presParOf" srcId="{D09EF42D-CE7C-46C4-8441-5D5375EC129E}" destId="{2430762F-A5F1-4B3D-9A99-E0173E1EB9B4}" srcOrd="1" destOrd="0" presId="urn:microsoft.com/office/officeart/2008/layout/LinedList"/>
    <dgm:cxn modelId="{E46B6043-2A64-477C-83AE-37B6DC2BAC03}" type="presParOf" srcId="{2430762F-A5F1-4B3D-9A99-E0173E1EB9B4}" destId="{DFADECBD-CB1F-4836-93A2-AAB2FA22034A}" srcOrd="0" destOrd="0" presId="urn:microsoft.com/office/officeart/2008/layout/LinedList"/>
    <dgm:cxn modelId="{5858CBBA-FA52-4961-B31E-3D8C6F241CDC}" type="presParOf" srcId="{2430762F-A5F1-4B3D-9A99-E0173E1EB9B4}" destId="{1398C5D4-293E-4C5F-86A7-5974AFEBCD92}" srcOrd="1" destOrd="0" presId="urn:microsoft.com/office/officeart/2008/layout/LinedList"/>
    <dgm:cxn modelId="{16EF688C-14E0-45A4-97E1-6EC9932A33AD}" type="presParOf" srcId="{D09EF42D-CE7C-46C4-8441-5D5375EC129E}" destId="{A20BA799-268F-42F6-BC7D-7A6C5458BA46}" srcOrd="2" destOrd="0" presId="urn:microsoft.com/office/officeart/2008/layout/LinedList"/>
    <dgm:cxn modelId="{FC08CABA-43E7-467D-87B4-9ADDCC0E2837}" type="presParOf" srcId="{D09EF42D-CE7C-46C4-8441-5D5375EC129E}" destId="{433FFBE6-1144-4055-AB29-357D954DBCB7}" srcOrd="3" destOrd="0" presId="urn:microsoft.com/office/officeart/2008/layout/LinedList"/>
    <dgm:cxn modelId="{66C06F3E-8F8E-4BE4-9C97-F88BD549C6D5}" type="presParOf" srcId="{433FFBE6-1144-4055-AB29-357D954DBCB7}" destId="{A0C4863A-7554-45D9-A8AC-920A13E48CB0}" srcOrd="0" destOrd="0" presId="urn:microsoft.com/office/officeart/2008/layout/LinedList"/>
    <dgm:cxn modelId="{0DD30D1F-B83C-4E8A-8CAE-B47012F4BFFB}" type="presParOf" srcId="{433FFBE6-1144-4055-AB29-357D954DBCB7}" destId="{4117E450-4D59-473D-8041-3B78304B3C6E}" srcOrd="1" destOrd="0" presId="urn:microsoft.com/office/officeart/2008/layout/LinedList"/>
    <dgm:cxn modelId="{74ECF4EA-213B-44A5-BF1A-2DA73F0E20AC}" type="presParOf" srcId="{D09EF42D-CE7C-46C4-8441-5D5375EC129E}" destId="{4B80F1DD-0F02-4C46-86B5-64AA11025B09}" srcOrd="4" destOrd="0" presId="urn:microsoft.com/office/officeart/2008/layout/LinedList"/>
    <dgm:cxn modelId="{B0968910-B06C-4BE3-A805-95F286A1A1DD}" type="presParOf" srcId="{D09EF42D-CE7C-46C4-8441-5D5375EC129E}" destId="{376F045A-9A0E-46F4-9FD4-47D69770892A}" srcOrd="5" destOrd="0" presId="urn:microsoft.com/office/officeart/2008/layout/LinedList"/>
    <dgm:cxn modelId="{658F1768-1DF9-4C50-A81D-A1A315E9FCD6}" type="presParOf" srcId="{376F045A-9A0E-46F4-9FD4-47D69770892A}" destId="{20106049-6227-4D0A-AF61-BDF49B90662D}" srcOrd="0" destOrd="0" presId="urn:microsoft.com/office/officeart/2008/layout/LinedList"/>
    <dgm:cxn modelId="{378F97CB-7024-4B91-B76B-1B8C66BB032D}" type="presParOf" srcId="{376F045A-9A0E-46F4-9FD4-47D69770892A}" destId="{5B1BE2D2-002C-4F81-8EC6-67C5AC0A3A8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8D5D1D-462A-48E6-B649-B6B9711239C0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550B526-8FBB-49B7-8E97-E1129696DAA4}">
      <dgm:prSet/>
      <dgm:spPr/>
      <dgm:t>
        <a:bodyPr/>
        <a:lstStyle/>
        <a:p>
          <a:r>
            <a:rPr lang="en-US" dirty="0"/>
            <a:t>To evaluate the performance of each platform independently using measurable campaign metrics.</a:t>
          </a:r>
        </a:p>
      </dgm:t>
    </dgm:pt>
    <dgm:pt modelId="{D3EAB1E3-5AD3-4498-8BA5-CCD768466435}" type="parTrans" cxnId="{984EC467-710F-4EB9-9C2D-0FCA1F1AC96C}">
      <dgm:prSet/>
      <dgm:spPr/>
      <dgm:t>
        <a:bodyPr/>
        <a:lstStyle/>
        <a:p>
          <a:endParaRPr lang="en-US"/>
        </a:p>
      </dgm:t>
    </dgm:pt>
    <dgm:pt modelId="{47CA9EFD-6E01-42CD-9F3E-A7289E92E09C}" type="sibTrans" cxnId="{984EC467-710F-4EB9-9C2D-0FCA1F1AC96C}">
      <dgm:prSet/>
      <dgm:spPr/>
      <dgm:t>
        <a:bodyPr/>
        <a:lstStyle/>
        <a:p>
          <a:endParaRPr lang="en-US"/>
        </a:p>
      </dgm:t>
    </dgm:pt>
    <dgm:pt modelId="{4D70A4B2-C969-4A9F-895E-F12FA32774CF}">
      <dgm:prSet/>
      <dgm:spPr/>
      <dgm:t>
        <a:bodyPr/>
        <a:lstStyle/>
        <a:p>
          <a:r>
            <a:rPr lang="en-US" dirty="0"/>
            <a:t>To identify key patterns and trends in campaign behavior over time.</a:t>
          </a:r>
        </a:p>
      </dgm:t>
    </dgm:pt>
    <dgm:pt modelId="{BC48C137-2BE7-423E-9BE3-EF62A7D06D97}" type="parTrans" cxnId="{EB4B6FF1-4BAC-47A3-A116-35D340F81109}">
      <dgm:prSet/>
      <dgm:spPr/>
      <dgm:t>
        <a:bodyPr/>
        <a:lstStyle/>
        <a:p>
          <a:endParaRPr lang="en-US"/>
        </a:p>
      </dgm:t>
    </dgm:pt>
    <dgm:pt modelId="{C3B85598-9DF9-4B6C-B6D5-A700A3437DF8}" type="sibTrans" cxnId="{EB4B6FF1-4BAC-47A3-A116-35D340F81109}">
      <dgm:prSet/>
      <dgm:spPr/>
      <dgm:t>
        <a:bodyPr/>
        <a:lstStyle/>
        <a:p>
          <a:endParaRPr lang="en-US"/>
        </a:p>
      </dgm:t>
    </dgm:pt>
    <dgm:pt modelId="{7FC664E4-3708-42FF-BF4C-183DD47E4250}">
      <dgm:prSet/>
      <dgm:spPr/>
      <dgm:t>
        <a:bodyPr/>
        <a:lstStyle/>
        <a:p>
          <a:r>
            <a:rPr lang="en-US" dirty="0"/>
            <a:t>To assist in strategic decision-making through actionable insights and summary recommendations.</a:t>
          </a:r>
        </a:p>
      </dgm:t>
    </dgm:pt>
    <dgm:pt modelId="{0DC6977B-3670-43DE-B7C5-2C8D20820CF3}" type="parTrans" cxnId="{526986EC-6869-4415-8D1D-EAB583A7758B}">
      <dgm:prSet/>
      <dgm:spPr/>
      <dgm:t>
        <a:bodyPr/>
        <a:lstStyle/>
        <a:p>
          <a:endParaRPr lang="en-US"/>
        </a:p>
      </dgm:t>
    </dgm:pt>
    <dgm:pt modelId="{D26E7140-86C9-4A66-BF6B-568BC4B6FB9D}" type="sibTrans" cxnId="{526986EC-6869-4415-8D1D-EAB583A7758B}">
      <dgm:prSet/>
      <dgm:spPr/>
      <dgm:t>
        <a:bodyPr/>
        <a:lstStyle/>
        <a:p>
          <a:endParaRPr lang="en-US"/>
        </a:p>
      </dgm:t>
    </dgm:pt>
    <dgm:pt modelId="{CEB05A4D-9D35-430D-9C4D-416971FA98EE}" type="pres">
      <dgm:prSet presAssocID="{6E8D5D1D-462A-48E6-B649-B6B9711239C0}" presName="outerComposite" presStyleCnt="0">
        <dgm:presLayoutVars>
          <dgm:chMax val="5"/>
          <dgm:dir/>
          <dgm:resizeHandles val="exact"/>
        </dgm:presLayoutVars>
      </dgm:prSet>
      <dgm:spPr/>
    </dgm:pt>
    <dgm:pt modelId="{8C813D7A-7D59-4DEE-9798-9B42DB9B663F}" type="pres">
      <dgm:prSet presAssocID="{6E8D5D1D-462A-48E6-B649-B6B9711239C0}" presName="dummyMaxCanvas" presStyleCnt="0">
        <dgm:presLayoutVars/>
      </dgm:prSet>
      <dgm:spPr/>
    </dgm:pt>
    <dgm:pt modelId="{FA08AD57-F4AC-40C2-A5B9-0A6C076B8924}" type="pres">
      <dgm:prSet presAssocID="{6E8D5D1D-462A-48E6-B649-B6B9711239C0}" presName="ThreeNodes_1" presStyleLbl="node1" presStyleIdx="0" presStyleCnt="3">
        <dgm:presLayoutVars>
          <dgm:bulletEnabled val="1"/>
        </dgm:presLayoutVars>
      </dgm:prSet>
      <dgm:spPr/>
    </dgm:pt>
    <dgm:pt modelId="{72557961-750B-4773-8C78-B6500BD86064}" type="pres">
      <dgm:prSet presAssocID="{6E8D5D1D-462A-48E6-B649-B6B9711239C0}" presName="ThreeNodes_2" presStyleLbl="node1" presStyleIdx="1" presStyleCnt="3">
        <dgm:presLayoutVars>
          <dgm:bulletEnabled val="1"/>
        </dgm:presLayoutVars>
      </dgm:prSet>
      <dgm:spPr/>
    </dgm:pt>
    <dgm:pt modelId="{71FE4664-6271-4A06-98ED-F4186E7013AD}" type="pres">
      <dgm:prSet presAssocID="{6E8D5D1D-462A-48E6-B649-B6B9711239C0}" presName="ThreeNodes_3" presStyleLbl="node1" presStyleIdx="2" presStyleCnt="3">
        <dgm:presLayoutVars>
          <dgm:bulletEnabled val="1"/>
        </dgm:presLayoutVars>
      </dgm:prSet>
      <dgm:spPr/>
    </dgm:pt>
    <dgm:pt modelId="{94D490FC-6938-4943-8967-927A990D3008}" type="pres">
      <dgm:prSet presAssocID="{6E8D5D1D-462A-48E6-B649-B6B9711239C0}" presName="ThreeConn_1-2" presStyleLbl="fgAccFollowNode1" presStyleIdx="0" presStyleCnt="2">
        <dgm:presLayoutVars>
          <dgm:bulletEnabled val="1"/>
        </dgm:presLayoutVars>
      </dgm:prSet>
      <dgm:spPr/>
    </dgm:pt>
    <dgm:pt modelId="{E37FBDE6-5F9C-4D3B-9454-0A7E28C94363}" type="pres">
      <dgm:prSet presAssocID="{6E8D5D1D-462A-48E6-B649-B6B9711239C0}" presName="ThreeConn_2-3" presStyleLbl="fgAccFollowNode1" presStyleIdx="1" presStyleCnt="2">
        <dgm:presLayoutVars>
          <dgm:bulletEnabled val="1"/>
        </dgm:presLayoutVars>
      </dgm:prSet>
      <dgm:spPr/>
    </dgm:pt>
    <dgm:pt modelId="{A5570B73-29AD-45E6-B5BD-CB51D32AF199}" type="pres">
      <dgm:prSet presAssocID="{6E8D5D1D-462A-48E6-B649-B6B9711239C0}" presName="ThreeNodes_1_text" presStyleLbl="node1" presStyleIdx="2" presStyleCnt="3">
        <dgm:presLayoutVars>
          <dgm:bulletEnabled val="1"/>
        </dgm:presLayoutVars>
      </dgm:prSet>
      <dgm:spPr/>
    </dgm:pt>
    <dgm:pt modelId="{C1B9D742-2353-455D-BAAC-F09C2856EDD1}" type="pres">
      <dgm:prSet presAssocID="{6E8D5D1D-462A-48E6-B649-B6B9711239C0}" presName="ThreeNodes_2_text" presStyleLbl="node1" presStyleIdx="2" presStyleCnt="3">
        <dgm:presLayoutVars>
          <dgm:bulletEnabled val="1"/>
        </dgm:presLayoutVars>
      </dgm:prSet>
      <dgm:spPr/>
    </dgm:pt>
    <dgm:pt modelId="{F5B0AA23-6DAC-4F28-90EF-CC885227F423}" type="pres">
      <dgm:prSet presAssocID="{6E8D5D1D-462A-48E6-B649-B6B9711239C0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47027D04-F330-4D55-B7F6-7626C42238B7}" type="presOf" srcId="{C3B85598-9DF9-4B6C-B6D5-A700A3437DF8}" destId="{E37FBDE6-5F9C-4D3B-9454-0A7E28C94363}" srcOrd="0" destOrd="0" presId="urn:microsoft.com/office/officeart/2005/8/layout/vProcess5"/>
    <dgm:cxn modelId="{6A789E0B-7394-47DA-A0E9-DC56FCFA6DFE}" type="presOf" srcId="{8550B526-8FBB-49B7-8E97-E1129696DAA4}" destId="{A5570B73-29AD-45E6-B5BD-CB51D32AF199}" srcOrd="1" destOrd="0" presId="urn:microsoft.com/office/officeart/2005/8/layout/vProcess5"/>
    <dgm:cxn modelId="{A4633319-1C35-4F2B-A065-B1AA90379713}" type="presOf" srcId="{4D70A4B2-C969-4A9F-895E-F12FA32774CF}" destId="{72557961-750B-4773-8C78-B6500BD86064}" srcOrd="0" destOrd="0" presId="urn:microsoft.com/office/officeart/2005/8/layout/vProcess5"/>
    <dgm:cxn modelId="{6185B123-349D-477B-AC62-AC27FB520124}" type="presOf" srcId="{4D70A4B2-C969-4A9F-895E-F12FA32774CF}" destId="{C1B9D742-2353-455D-BAAC-F09C2856EDD1}" srcOrd="1" destOrd="0" presId="urn:microsoft.com/office/officeart/2005/8/layout/vProcess5"/>
    <dgm:cxn modelId="{F26CFE5F-B897-40D0-93E5-ACA1EE1FFF32}" type="presOf" srcId="{47CA9EFD-6E01-42CD-9F3E-A7289E92E09C}" destId="{94D490FC-6938-4943-8967-927A990D3008}" srcOrd="0" destOrd="0" presId="urn:microsoft.com/office/officeart/2005/8/layout/vProcess5"/>
    <dgm:cxn modelId="{A0DD6D63-4911-447E-A924-AE73D3F28308}" type="presOf" srcId="{7FC664E4-3708-42FF-BF4C-183DD47E4250}" destId="{F5B0AA23-6DAC-4F28-90EF-CC885227F423}" srcOrd="1" destOrd="0" presId="urn:microsoft.com/office/officeart/2005/8/layout/vProcess5"/>
    <dgm:cxn modelId="{984EC467-710F-4EB9-9C2D-0FCA1F1AC96C}" srcId="{6E8D5D1D-462A-48E6-B649-B6B9711239C0}" destId="{8550B526-8FBB-49B7-8E97-E1129696DAA4}" srcOrd="0" destOrd="0" parTransId="{D3EAB1E3-5AD3-4498-8BA5-CCD768466435}" sibTransId="{47CA9EFD-6E01-42CD-9F3E-A7289E92E09C}"/>
    <dgm:cxn modelId="{487758BF-7FE0-493C-8A7E-94581B2B192D}" type="presOf" srcId="{8550B526-8FBB-49B7-8E97-E1129696DAA4}" destId="{FA08AD57-F4AC-40C2-A5B9-0A6C076B8924}" srcOrd="0" destOrd="0" presId="urn:microsoft.com/office/officeart/2005/8/layout/vProcess5"/>
    <dgm:cxn modelId="{2FCC22D9-CA70-4589-BAB4-49C73E9C8AA8}" type="presOf" srcId="{6E8D5D1D-462A-48E6-B649-B6B9711239C0}" destId="{CEB05A4D-9D35-430D-9C4D-416971FA98EE}" srcOrd="0" destOrd="0" presId="urn:microsoft.com/office/officeart/2005/8/layout/vProcess5"/>
    <dgm:cxn modelId="{526986EC-6869-4415-8D1D-EAB583A7758B}" srcId="{6E8D5D1D-462A-48E6-B649-B6B9711239C0}" destId="{7FC664E4-3708-42FF-BF4C-183DD47E4250}" srcOrd="2" destOrd="0" parTransId="{0DC6977B-3670-43DE-B7C5-2C8D20820CF3}" sibTransId="{D26E7140-86C9-4A66-BF6B-568BC4B6FB9D}"/>
    <dgm:cxn modelId="{EB4B6FF1-4BAC-47A3-A116-35D340F81109}" srcId="{6E8D5D1D-462A-48E6-B649-B6B9711239C0}" destId="{4D70A4B2-C969-4A9F-895E-F12FA32774CF}" srcOrd="1" destOrd="0" parTransId="{BC48C137-2BE7-423E-9BE3-EF62A7D06D97}" sibTransId="{C3B85598-9DF9-4B6C-B6D5-A700A3437DF8}"/>
    <dgm:cxn modelId="{011A2DF7-8EBE-4DBB-8EB9-A2FC8DF5D50C}" type="presOf" srcId="{7FC664E4-3708-42FF-BF4C-183DD47E4250}" destId="{71FE4664-6271-4A06-98ED-F4186E7013AD}" srcOrd="0" destOrd="0" presId="urn:microsoft.com/office/officeart/2005/8/layout/vProcess5"/>
    <dgm:cxn modelId="{A52CC0BB-1299-43BF-93CB-13E6B7A6C680}" type="presParOf" srcId="{CEB05A4D-9D35-430D-9C4D-416971FA98EE}" destId="{8C813D7A-7D59-4DEE-9798-9B42DB9B663F}" srcOrd="0" destOrd="0" presId="urn:microsoft.com/office/officeart/2005/8/layout/vProcess5"/>
    <dgm:cxn modelId="{E4BED915-D815-4014-A8A1-3D90CDA3AB15}" type="presParOf" srcId="{CEB05A4D-9D35-430D-9C4D-416971FA98EE}" destId="{FA08AD57-F4AC-40C2-A5B9-0A6C076B8924}" srcOrd="1" destOrd="0" presId="urn:microsoft.com/office/officeart/2005/8/layout/vProcess5"/>
    <dgm:cxn modelId="{A9C2F86D-9EC9-4BDD-8EEE-B81872550E8C}" type="presParOf" srcId="{CEB05A4D-9D35-430D-9C4D-416971FA98EE}" destId="{72557961-750B-4773-8C78-B6500BD86064}" srcOrd="2" destOrd="0" presId="urn:microsoft.com/office/officeart/2005/8/layout/vProcess5"/>
    <dgm:cxn modelId="{C4F680A3-36DF-4226-8F36-EA064CB106B6}" type="presParOf" srcId="{CEB05A4D-9D35-430D-9C4D-416971FA98EE}" destId="{71FE4664-6271-4A06-98ED-F4186E7013AD}" srcOrd="3" destOrd="0" presId="urn:microsoft.com/office/officeart/2005/8/layout/vProcess5"/>
    <dgm:cxn modelId="{2A9EB813-E522-4118-9421-355ED32D747E}" type="presParOf" srcId="{CEB05A4D-9D35-430D-9C4D-416971FA98EE}" destId="{94D490FC-6938-4943-8967-927A990D3008}" srcOrd="4" destOrd="0" presId="urn:microsoft.com/office/officeart/2005/8/layout/vProcess5"/>
    <dgm:cxn modelId="{A2FADEFB-082F-4683-B3D3-EBB540D3B669}" type="presParOf" srcId="{CEB05A4D-9D35-430D-9C4D-416971FA98EE}" destId="{E37FBDE6-5F9C-4D3B-9454-0A7E28C94363}" srcOrd="5" destOrd="0" presId="urn:microsoft.com/office/officeart/2005/8/layout/vProcess5"/>
    <dgm:cxn modelId="{65C19508-F234-4059-8B60-5D370085EAC5}" type="presParOf" srcId="{CEB05A4D-9D35-430D-9C4D-416971FA98EE}" destId="{A5570B73-29AD-45E6-B5BD-CB51D32AF199}" srcOrd="6" destOrd="0" presId="urn:microsoft.com/office/officeart/2005/8/layout/vProcess5"/>
    <dgm:cxn modelId="{8A860068-EB15-412F-B1FC-5530628D1DA2}" type="presParOf" srcId="{CEB05A4D-9D35-430D-9C4D-416971FA98EE}" destId="{C1B9D742-2353-455D-BAAC-F09C2856EDD1}" srcOrd="7" destOrd="0" presId="urn:microsoft.com/office/officeart/2005/8/layout/vProcess5"/>
    <dgm:cxn modelId="{DF5C4D43-69DC-4548-B5A2-9D0F43654303}" type="presParOf" srcId="{CEB05A4D-9D35-430D-9C4D-416971FA98EE}" destId="{F5B0AA23-6DAC-4F28-90EF-CC885227F42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0AF717-20C6-4ABE-8A08-C8E070AC534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EBEF93CF-5F3A-404C-8103-5250C8E4C8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Age</a:t>
          </a:r>
        </a:p>
      </dgm:t>
    </dgm:pt>
    <dgm:pt modelId="{96AAC5B4-0B85-4B33-8757-1F9FDB5F2CBD}" type="parTrans" cxnId="{E3846731-61CA-4B0D-9A87-3E5989B46051}">
      <dgm:prSet/>
      <dgm:spPr/>
      <dgm:t>
        <a:bodyPr/>
        <a:lstStyle/>
        <a:p>
          <a:endParaRPr lang="en-US"/>
        </a:p>
      </dgm:t>
    </dgm:pt>
    <dgm:pt modelId="{4F0C070E-18DF-4C01-97BE-925D90D3CAAA}" type="sibTrans" cxnId="{E3846731-61CA-4B0D-9A87-3E5989B46051}">
      <dgm:prSet/>
      <dgm:spPr/>
      <dgm:t>
        <a:bodyPr/>
        <a:lstStyle/>
        <a:p>
          <a:endParaRPr lang="en-US"/>
        </a:p>
      </dgm:t>
    </dgm:pt>
    <dgm:pt modelId="{17FFF2AA-0E4A-4A54-A8E6-3AFC3E3EBD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Best Age Group: 18–24 years showed the highest engagement and revenue share.</a:t>
          </a:r>
        </a:p>
      </dgm:t>
    </dgm:pt>
    <dgm:pt modelId="{0446D911-1E6C-44C2-9A05-39E07F292EBF}" type="parTrans" cxnId="{3FAC46AD-2A4F-429B-BB55-ADAA0B39282F}">
      <dgm:prSet/>
      <dgm:spPr/>
      <dgm:t>
        <a:bodyPr/>
        <a:lstStyle/>
        <a:p>
          <a:endParaRPr lang="en-US"/>
        </a:p>
      </dgm:t>
    </dgm:pt>
    <dgm:pt modelId="{ABABE4BD-47FA-4FCA-9220-D31FECC9088A}" type="sibTrans" cxnId="{3FAC46AD-2A4F-429B-BB55-ADAA0B39282F}">
      <dgm:prSet/>
      <dgm:spPr/>
      <dgm:t>
        <a:bodyPr/>
        <a:lstStyle/>
        <a:p>
          <a:endParaRPr lang="en-US"/>
        </a:p>
      </dgm:t>
    </dgm:pt>
    <dgm:pt modelId="{6F9CB4FE-B192-4BD1-BB58-FA3D8A00E8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Campaign</a:t>
          </a:r>
        </a:p>
      </dgm:t>
    </dgm:pt>
    <dgm:pt modelId="{48E989B6-43FB-4A22-BD90-D7A0A3A4ED5E}" type="parTrans" cxnId="{603A9F04-F404-42A3-8125-E467D4BEC636}">
      <dgm:prSet/>
      <dgm:spPr/>
      <dgm:t>
        <a:bodyPr/>
        <a:lstStyle/>
        <a:p>
          <a:endParaRPr lang="en-US"/>
        </a:p>
      </dgm:t>
    </dgm:pt>
    <dgm:pt modelId="{41CB5935-FC3F-4900-9C9F-243ADAE0FA08}" type="sibTrans" cxnId="{603A9F04-F404-42A3-8125-E467D4BEC636}">
      <dgm:prSet/>
      <dgm:spPr/>
      <dgm:t>
        <a:bodyPr/>
        <a:lstStyle/>
        <a:p>
          <a:endParaRPr lang="en-US"/>
        </a:p>
      </dgm:t>
    </dgm:pt>
    <dgm:pt modelId="{B63446FD-FB42-4820-BF73-0A281282ED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Campaign Strength: Custom audience and retargeting ads had better conversions.</a:t>
          </a:r>
        </a:p>
      </dgm:t>
    </dgm:pt>
    <dgm:pt modelId="{92601337-F16A-4C3D-A983-CFFB46B4FCE6}" type="parTrans" cxnId="{AD135E4E-E2E1-40E2-816B-708C62718A8E}">
      <dgm:prSet/>
      <dgm:spPr/>
      <dgm:t>
        <a:bodyPr/>
        <a:lstStyle/>
        <a:p>
          <a:endParaRPr lang="en-US"/>
        </a:p>
      </dgm:t>
    </dgm:pt>
    <dgm:pt modelId="{70A8999E-E417-4E40-8343-69FDE4072A34}" type="sibTrans" cxnId="{AD135E4E-E2E1-40E2-816B-708C62718A8E}">
      <dgm:prSet/>
      <dgm:spPr/>
      <dgm:t>
        <a:bodyPr/>
        <a:lstStyle/>
        <a:p>
          <a:endParaRPr lang="en-US"/>
        </a:p>
      </dgm:t>
    </dgm:pt>
    <dgm:pt modelId="{3813C879-BF50-450B-AFD7-86E9D443E9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Low</a:t>
          </a:r>
        </a:p>
      </dgm:t>
    </dgm:pt>
    <dgm:pt modelId="{A8845CA1-F235-4664-8B8C-348FBF7004A4}" type="parTrans" cxnId="{A8791839-B4CB-412F-BBC2-C410A9DB718B}">
      <dgm:prSet/>
      <dgm:spPr/>
      <dgm:t>
        <a:bodyPr/>
        <a:lstStyle/>
        <a:p>
          <a:endParaRPr lang="en-US"/>
        </a:p>
      </dgm:t>
    </dgm:pt>
    <dgm:pt modelId="{1E7BA01E-1DAA-4F91-A8DB-9C683E6DB897}" type="sibTrans" cxnId="{A8791839-B4CB-412F-BBC2-C410A9DB718B}">
      <dgm:prSet/>
      <dgm:spPr/>
      <dgm:t>
        <a:bodyPr/>
        <a:lstStyle/>
        <a:p>
          <a:endParaRPr lang="en-US"/>
        </a:p>
      </dgm:t>
    </dgm:pt>
    <dgm:pt modelId="{47E7D831-37E1-45CF-8EDE-6513D6A6E1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Low CTR Areas: Broad audience campaigns underperformed in clicks.</a:t>
          </a:r>
        </a:p>
      </dgm:t>
    </dgm:pt>
    <dgm:pt modelId="{AF611AD0-BA22-4DCC-ABD6-7EF2874E6C90}" type="parTrans" cxnId="{9133E4DB-4AB2-4A43-9F99-D34993C010B5}">
      <dgm:prSet/>
      <dgm:spPr/>
      <dgm:t>
        <a:bodyPr/>
        <a:lstStyle/>
        <a:p>
          <a:endParaRPr lang="en-US"/>
        </a:p>
      </dgm:t>
    </dgm:pt>
    <dgm:pt modelId="{6577BD14-5C20-4AEC-8ADD-278CB6EA81A0}" type="sibTrans" cxnId="{9133E4DB-4AB2-4A43-9F99-D34993C010B5}">
      <dgm:prSet/>
      <dgm:spPr/>
      <dgm:t>
        <a:bodyPr/>
        <a:lstStyle/>
        <a:p>
          <a:endParaRPr lang="en-US"/>
        </a:p>
      </dgm:t>
    </dgm:pt>
    <dgm:pt modelId="{A18B27C8-DE81-46A7-A9D1-5F1A37CA5C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Rise in</a:t>
          </a:r>
        </a:p>
      </dgm:t>
    </dgm:pt>
    <dgm:pt modelId="{2B4FD87B-55CF-4B21-8A4C-8E86054F8F4C}" type="parTrans" cxnId="{4C39910E-7C88-4CA7-A845-BE83A56AD54F}">
      <dgm:prSet/>
      <dgm:spPr/>
      <dgm:t>
        <a:bodyPr/>
        <a:lstStyle/>
        <a:p>
          <a:endParaRPr lang="en-US"/>
        </a:p>
      </dgm:t>
    </dgm:pt>
    <dgm:pt modelId="{91A64129-5EEE-4E57-8BCB-D740BB798501}" type="sibTrans" cxnId="{4C39910E-7C88-4CA7-A845-BE83A56AD54F}">
      <dgm:prSet/>
      <dgm:spPr/>
      <dgm:t>
        <a:bodyPr/>
        <a:lstStyle/>
        <a:p>
          <a:endParaRPr lang="en-US"/>
        </a:p>
      </dgm:t>
    </dgm:pt>
    <dgm:pt modelId="{CBC14EE1-2E62-4F39-89B3-1A5AA475F2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December Spike: Strong rise in ROAS and CTR during Q4 (holiday period).</a:t>
          </a:r>
        </a:p>
      </dgm:t>
    </dgm:pt>
    <dgm:pt modelId="{CF04B016-B51C-4B7F-9600-F68D351A6266}" type="parTrans" cxnId="{588AA020-B3B5-443F-B21D-82763C1A8B65}">
      <dgm:prSet/>
      <dgm:spPr/>
      <dgm:t>
        <a:bodyPr/>
        <a:lstStyle/>
        <a:p>
          <a:endParaRPr lang="en-US"/>
        </a:p>
      </dgm:t>
    </dgm:pt>
    <dgm:pt modelId="{D0ACA229-467D-416A-A0E2-A985259214C1}" type="sibTrans" cxnId="{588AA020-B3B5-443F-B21D-82763C1A8B65}">
      <dgm:prSet/>
      <dgm:spPr/>
      <dgm:t>
        <a:bodyPr/>
        <a:lstStyle/>
        <a:p>
          <a:endParaRPr lang="en-US"/>
        </a:p>
      </dgm:t>
    </dgm:pt>
    <dgm:pt modelId="{491A8C71-CFD9-4582-AC5E-5E2796DBE88D}" type="pres">
      <dgm:prSet presAssocID="{5A0AF717-20C6-4ABE-8A08-C8E070AC5349}" presName="root" presStyleCnt="0">
        <dgm:presLayoutVars>
          <dgm:dir/>
          <dgm:resizeHandles val="exact"/>
        </dgm:presLayoutVars>
      </dgm:prSet>
      <dgm:spPr/>
    </dgm:pt>
    <dgm:pt modelId="{8C4D755E-B6DE-4000-AC32-AD83E7D7CA40}" type="pres">
      <dgm:prSet presAssocID="{EBEF93CF-5F3A-404C-8103-5250C8E4C80C}" presName="compNode" presStyleCnt="0"/>
      <dgm:spPr/>
    </dgm:pt>
    <dgm:pt modelId="{40086B8D-CF90-422E-BDA3-2B70DBF7A106}" type="pres">
      <dgm:prSet presAssocID="{EBEF93CF-5F3A-404C-8103-5250C8E4C80C}" presName="bgRect" presStyleLbl="bgShp" presStyleIdx="0" presStyleCnt="4"/>
      <dgm:spPr/>
    </dgm:pt>
    <dgm:pt modelId="{70384AA8-47DF-40C7-83A8-1F7368ACF699}" type="pres">
      <dgm:prSet presAssocID="{EBEF93CF-5F3A-404C-8103-5250C8E4C80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Success"/>
        </a:ext>
      </dgm:extLst>
    </dgm:pt>
    <dgm:pt modelId="{DEF6C1FA-5811-4A49-96ED-5A3339C804DD}" type="pres">
      <dgm:prSet presAssocID="{EBEF93CF-5F3A-404C-8103-5250C8E4C80C}" presName="spaceRect" presStyleCnt="0"/>
      <dgm:spPr/>
    </dgm:pt>
    <dgm:pt modelId="{3FF47329-2801-4415-A066-BD1A1E40BC6F}" type="pres">
      <dgm:prSet presAssocID="{EBEF93CF-5F3A-404C-8103-5250C8E4C80C}" presName="parTx" presStyleLbl="revTx" presStyleIdx="0" presStyleCnt="8">
        <dgm:presLayoutVars>
          <dgm:chMax val="0"/>
          <dgm:chPref val="0"/>
        </dgm:presLayoutVars>
      </dgm:prSet>
      <dgm:spPr/>
    </dgm:pt>
    <dgm:pt modelId="{4854C057-388D-412E-B1E3-255F05D0A408}" type="pres">
      <dgm:prSet presAssocID="{EBEF93CF-5F3A-404C-8103-5250C8E4C80C}" presName="desTx" presStyleLbl="revTx" presStyleIdx="1" presStyleCnt="8">
        <dgm:presLayoutVars/>
      </dgm:prSet>
      <dgm:spPr/>
    </dgm:pt>
    <dgm:pt modelId="{935FAE4C-E2B0-41D7-9D84-4EF5C07A9FFA}" type="pres">
      <dgm:prSet presAssocID="{4F0C070E-18DF-4C01-97BE-925D90D3CAAA}" presName="sibTrans" presStyleCnt="0"/>
      <dgm:spPr/>
    </dgm:pt>
    <dgm:pt modelId="{4D3221BE-7939-498E-A299-9D406031C1F6}" type="pres">
      <dgm:prSet presAssocID="{6F9CB4FE-B192-4BD1-BB58-FA3D8A00E8B3}" presName="compNode" presStyleCnt="0"/>
      <dgm:spPr/>
    </dgm:pt>
    <dgm:pt modelId="{3FE9D51D-4EDF-4B40-AE7C-31FE0729A90B}" type="pres">
      <dgm:prSet presAssocID="{6F9CB4FE-B192-4BD1-BB58-FA3D8A00E8B3}" presName="bgRect" presStyleLbl="bgShp" presStyleIdx="1" presStyleCnt="4"/>
      <dgm:spPr/>
    </dgm:pt>
    <dgm:pt modelId="{C19B9BE2-B0B8-49B1-BA86-6305A7B3703C}" type="pres">
      <dgm:prSet presAssocID="{6F9CB4FE-B192-4BD1-BB58-FA3D8A00E8B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5FC5135D-2EAD-4BD5-B081-B4B9D51C8421}" type="pres">
      <dgm:prSet presAssocID="{6F9CB4FE-B192-4BD1-BB58-FA3D8A00E8B3}" presName="spaceRect" presStyleCnt="0"/>
      <dgm:spPr/>
    </dgm:pt>
    <dgm:pt modelId="{0B1CD5A8-77C3-41A2-8FF5-19EE78663193}" type="pres">
      <dgm:prSet presAssocID="{6F9CB4FE-B192-4BD1-BB58-FA3D8A00E8B3}" presName="parTx" presStyleLbl="revTx" presStyleIdx="2" presStyleCnt="8">
        <dgm:presLayoutVars>
          <dgm:chMax val="0"/>
          <dgm:chPref val="0"/>
        </dgm:presLayoutVars>
      </dgm:prSet>
      <dgm:spPr/>
    </dgm:pt>
    <dgm:pt modelId="{239604AB-AB83-40C6-B5B3-86BA193F48B1}" type="pres">
      <dgm:prSet presAssocID="{6F9CB4FE-B192-4BD1-BB58-FA3D8A00E8B3}" presName="desTx" presStyleLbl="revTx" presStyleIdx="3" presStyleCnt="8">
        <dgm:presLayoutVars/>
      </dgm:prSet>
      <dgm:spPr/>
    </dgm:pt>
    <dgm:pt modelId="{DD13C4A0-D967-495B-8632-5A5416ECDEC4}" type="pres">
      <dgm:prSet presAssocID="{41CB5935-FC3F-4900-9C9F-243ADAE0FA08}" presName="sibTrans" presStyleCnt="0"/>
      <dgm:spPr/>
    </dgm:pt>
    <dgm:pt modelId="{4F90C632-4696-429F-A3D9-DC106338DB6E}" type="pres">
      <dgm:prSet presAssocID="{3813C879-BF50-450B-AFD7-86E9D443E970}" presName="compNode" presStyleCnt="0"/>
      <dgm:spPr/>
    </dgm:pt>
    <dgm:pt modelId="{59EE8051-0E20-42CE-AADA-27631A658CD7}" type="pres">
      <dgm:prSet presAssocID="{3813C879-BF50-450B-AFD7-86E9D443E970}" presName="bgRect" presStyleLbl="bgShp" presStyleIdx="2" presStyleCnt="4"/>
      <dgm:spPr/>
    </dgm:pt>
    <dgm:pt modelId="{ECC11E4E-19EA-448E-9481-10BF6E0A53C8}" type="pres">
      <dgm:prSet presAssocID="{3813C879-BF50-450B-AFD7-86E9D443E9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AD8DE403-E431-423C-9378-C0A860966440}" type="pres">
      <dgm:prSet presAssocID="{3813C879-BF50-450B-AFD7-86E9D443E970}" presName="spaceRect" presStyleCnt="0"/>
      <dgm:spPr/>
    </dgm:pt>
    <dgm:pt modelId="{42A8B469-3148-48CB-B187-0D43A7374C61}" type="pres">
      <dgm:prSet presAssocID="{3813C879-BF50-450B-AFD7-86E9D443E970}" presName="parTx" presStyleLbl="revTx" presStyleIdx="4" presStyleCnt="8">
        <dgm:presLayoutVars>
          <dgm:chMax val="0"/>
          <dgm:chPref val="0"/>
        </dgm:presLayoutVars>
      </dgm:prSet>
      <dgm:spPr/>
    </dgm:pt>
    <dgm:pt modelId="{A804B516-C2B2-4FF1-A63C-CB4A0CEF2AF5}" type="pres">
      <dgm:prSet presAssocID="{3813C879-BF50-450B-AFD7-86E9D443E970}" presName="desTx" presStyleLbl="revTx" presStyleIdx="5" presStyleCnt="8">
        <dgm:presLayoutVars/>
      </dgm:prSet>
      <dgm:spPr/>
    </dgm:pt>
    <dgm:pt modelId="{FD2B2849-9FCB-4625-8319-89CADDBD65AA}" type="pres">
      <dgm:prSet presAssocID="{1E7BA01E-1DAA-4F91-A8DB-9C683E6DB897}" presName="sibTrans" presStyleCnt="0"/>
      <dgm:spPr/>
    </dgm:pt>
    <dgm:pt modelId="{F9DBDB39-06E4-446B-973B-C81E42E45557}" type="pres">
      <dgm:prSet presAssocID="{A18B27C8-DE81-46A7-A9D1-5F1A37CA5CF6}" presName="compNode" presStyleCnt="0"/>
      <dgm:spPr/>
    </dgm:pt>
    <dgm:pt modelId="{CB754CEB-C49F-4CD3-8E86-2FC560180DFE}" type="pres">
      <dgm:prSet presAssocID="{A18B27C8-DE81-46A7-A9D1-5F1A37CA5CF6}" presName="bgRect" presStyleLbl="bgShp" presStyleIdx="3" presStyleCnt="4"/>
      <dgm:spPr/>
    </dgm:pt>
    <dgm:pt modelId="{4729FA6F-7989-4215-AF76-8B3489D976D2}" type="pres">
      <dgm:prSet presAssocID="{A18B27C8-DE81-46A7-A9D1-5F1A37CA5CF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A2352C81-E9C3-483C-B824-FFFC88118CDB}" type="pres">
      <dgm:prSet presAssocID="{A18B27C8-DE81-46A7-A9D1-5F1A37CA5CF6}" presName="spaceRect" presStyleCnt="0"/>
      <dgm:spPr/>
    </dgm:pt>
    <dgm:pt modelId="{2B4F03CB-530C-4754-A43B-F130D1B4D5C1}" type="pres">
      <dgm:prSet presAssocID="{A18B27C8-DE81-46A7-A9D1-5F1A37CA5CF6}" presName="parTx" presStyleLbl="revTx" presStyleIdx="6" presStyleCnt="8">
        <dgm:presLayoutVars>
          <dgm:chMax val="0"/>
          <dgm:chPref val="0"/>
        </dgm:presLayoutVars>
      </dgm:prSet>
      <dgm:spPr/>
    </dgm:pt>
    <dgm:pt modelId="{00CC5ED8-F44B-4EFE-BAEB-8464253EB207}" type="pres">
      <dgm:prSet presAssocID="{A18B27C8-DE81-46A7-A9D1-5F1A37CA5CF6}" presName="desTx" presStyleLbl="revTx" presStyleIdx="7" presStyleCnt="8">
        <dgm:presLayoutVars/>
      </dgm:prSet>
      <dgm:spPr/>
    </dgm:pt>
  </dgm:ptLst>
  <dgm:cxnLst>
    <dgm:cxn modelId="{603A9F04-F404-42A3-8125-E467D4BEC636}" srcId="{5A0AF717-20C6-4ABE-8A08-C8E070AC5349}" destId="{6F9CB4FE-B192-4BD1-BB58-FA3D8A00E8B3}" srcOrd="1" destOrd="0" parTransId="{48E989B6-43FB-4A22-BD90-D7A0A3A4ED5E}" sibTransId="{41CB5935-FC3F-4900-9C9F-243ADAE0FA08}"/>
    <dgm:cxn modelId="{15C9FA04-9CBD-44D0-9EBC-2B871AD98158}" type="presOf" srcId="{6F9CB4FE-B192-4BD1-BB58-FA3D8A00E8B3}" destId="{0B1CD5A8-77C3-41A2-8FF5-19EE78663193}" srcOrd="0" destOrd="0" presId="urn:microsoft.com/office/officeart/2018/2/layout/IconVerticalSolidList"/>
    <dgm:cxn modelId="{4C39910E-7C88-4CA7-A845-BE83A56AD54F}" srcId="{5A0AF717-20C6-4ABE-8A08-C8E070AC5349}" destId="{A18B27C8-DE81-46A7-A9D1-5F1A37CA5CF6}" srcOrd="3" destOrd="0" parTransId="{2B4FD87B-55CF-4B21-8A4C-8E86054F8F4C}" sibTransId="{91A64129-5EEE-4E57-8BCB-D740BB798501}"/>
    <dgm:cxn modelId="{19CBDE17-E8DB-4EB3-96EB-82005042D18E}" type="presOf" srcId="{5A0AF717-20C6-4ABE-8A08-C8E070AC5349}" destId="{491A8C71-CFD9-4582-AC5E-5E2796DBE88D}" srcOrd="0" destOrd="0" presId="urn:microsoft.com/office/officeart/2018/2/layout/IconVerticalSolidList"/>
    <dgm:cxn modelId="{588AA020-B3B5-443F-B21D-82763C1A8B65}" srcId="{A18B27C8-DE81-46A7-A9D1-5F1A37CA5CF6}" destId="{CBC14EE1-2E62-4F39-89B3-1A5AA475F2F7}" srcOrd="0" destOrd="0" parTransId="{CF04B016-B51C-4B7F-9600-F68D351A6266}" sibTransId="{D0ACA229-467D-416A-A0E2-A985259214C1}"/>
    <dgm:cxn modelId="{E3846731-61CA-4B0D-9A87-3E5989B46051}" srcId="{5A0AF717-20C6-4ABE-8A08-C8E070AC5349}" destId="{EBEF93CF-5F3A-404C-8103-5250C8E4C80C}" srcOrd="0" destOrd="0" parTransId="{96AAC5B4-0B85-4B33-8757-1F9FDB5F2CBD}" sibTransId="{4F0C070E-18DF-4C01-97BE-925D90D3CAAA}"/>
    <dgm:cxn modelId="{A4ADB138-2871-4825-A5BA-25D65D26FC4A}" type="presOf" srcId="{CBC14EE1-2E62-4F39-89B3-1A5AA475F2F7}" destId="{00CC5ED8-F44B-4EFE-BAEB-8464253EB207}" srcOrd="0" destOrd="0" presId="urn:microsoft.com/office/officeart/2018/2/layout/IconVerticalSolidList"/>
    <dgm:cxn modelId="{A8791839-B4CB-412F-BBC2-C410A9DB718B}" srcId="{5A0AF717-20C6-4ABE-8A08-C8E070AC5349}" destId="{3813C879-BF50-450B-AFD7-86E9D443E970}" srcOrd="2" destOrd="0" parTransId="{A8845CA1-F235-4664-8B8C-348FBF7004A4}" sibTransId="{1E7BA01E-1DAA-4F91-A8DB-9C683E6DB897}"/>
    <dgm:cxn modelId="{8F00736D-AC0B-400C-87A2-BE47802A4A8A}" type="presOf" srcId="{EBEF93CF-5F3A-404C-8103-5250C8E4C80C}" destId="{3FF47329-2801-4415-A066-BD1A1E40BC6F}" srcOrd="0" destOrd="0" presId="urn:microsoft.com/office/officeart/2018/2/layout/IconVerticalSolidList"/>
    <dgm:cxn modelId="{AD135E4E-E2E1-40E2-816B-708C62718A8E}" srcId="{6F9CB4FE-B192-4BD1-BB58-FA3D8A00E8B3}" destId="{B63446FD-FB42-4820-BF73-0A281282ED72}" srcOrd="0" destOrd="0" parTransId="{92601337-F16A-4C3D-A983-CFFB46B4FCE6}" sibTransId="{70A8999E-E417-4E40-8343-69FDE4072A34}"/>
    <dgm:cxn modelId="{A8AD0B73-043D-4C26-A769-95B338C63EA3}" type="presOf" srcId="{B63446FD-FB42-4820-BF73-0A281282ED72}" destId="{239604AB-AB83-40C6-B5B3-86BA193F48B1}" srcOrd="0" destOrd="0" presId="urn:microsoft.com/office/officeart/2018/2/layout/IconVerticalSolidList"/>
    <dgm:cxn modelId="{CD77568D-3AB0-4FEB-9FBA-5B733782FB5E}" type="presOf" srcId="{A18B27C8-DE81-46A7-A9D1-5F1A37CA5CF6}" destId="{2B4F03CB-530C-4754-A43B-F130D1B4D5C1}" srcOrd="0" destOrd="0" presId="urn:microsoft.com/office/officeart/2018/2/layout/IconVerticalSolidList"/>
    <dgm:cxn modelId="{709182A1-65AA-486D-91CC-C6F68F9036AA}" type="presOf" srcId="{3813C879-BF50-450B-AFD7-86E9D443E970}" destId="{42A8B469-3148-48CB-B187-0D43A7374C61}" srcOrd="0" destOrd="0" presId="urn:microsoft.com/office/officeart/2018/2/layout/IconVerticalSolidList"/>
    <dgm:cxn modelId="{3FAC46AD-2A4F-429B-BB55-ADAA0B39282F}" srcId="{EBEF93CF-5F3A-404C-8103-5250C8E4C80C}" destId="{17FFF2AA-0E4A-4A54-A8E6-3AFC3E3EBD2C}" srcOrd="0" destOrd="0" parTransId="{0446D911-1E6C-44C2-9A05-39E07F292EBF}" sibTransId="{ABABE4BD-47FA-4FCA-9220-D31FECC9088A}"/>
    <dgm:cxn modelId="{C2F3F1B0-A65C-4609-A521-ABE313E2C75B}" type="presOf" srcId="{17FFF2AA-0E4A-4A54-A8E6-3AFC3E3EBD2C}" destId="{4854C057-388D-412E-B1E3-255F05D0A408}" srcOrd="0" destOrd="0" presId="urn:microsoft.com/office/officeart/2018/2/layout/IconVerticalSolidList"/>
    <dgm:cxn modelId="{44DD2CB3-56BC-463C-ADAA-B8E84D6F655E}" type="presOf" srcId="{47E7D831-37E1-45CF-8EDE-6513D6A6E19E}" destId="{A804B516-C2B2-4FF1-A63C-CB4A0CEF2AF5}" srcOrd="0" destOrd="0" presId="urn:microsoft.com/office/officeart/2018/2/layout/IconVerticalSolidList"/>
    <dgm:cxn modelId="{9133E4DB-4AB2-4A43-9F99-D34993C010B5}" srcId="{3813C879-BF50-450B-AFD7-86E9D443E970}" destId="{47E7D831-37E1-45CF-8EDE-6513D6A6E19E}" srcOrd="0" destOrd="0" parTransId="{AF611AD0-BA22-4DCC-ABD6-7EF2874E6C90}" sibTransId="{6577BD14-5C20-4AEC-8ADD-278CB6EA81A0}"/>
    <dgm:cxn modelId="{4B4B4223-B3A3-412F-ABA3-09E9EA7DB27B}" type="presParOf" srcId="{491A8C71-CFD9-4582-AC5E-5E2796DBE88D}" destId="{8C4D755E-B6DE-4000-AC32-AD83E7D7CA40}" srcOrd="0" destOrd="0" presId="urn:microsoft.com/office/officeart/2018/2/layout/IconVerticalSolidList"/>
    <dgm:cxn modelId="{F5E6DFA4-1358-4EAC-8FFD-4F4334C2A275}" type="presParOf" srcId="{8C4D755E-B6DE-4000-AC32-AD83E7D7CA40}" destId="{40086B8D-CF90-422E-BDA3-2B70DBF7A106}" srcOrd="0" destOrd="0" presId="urn:microsoft.com/office/officeart/2018/2/layout/IconVerticalSolidList"/>
    <dgm:cxn modelId="{C0D0DC09-97F3-4520-90C7-634AE6ED0C44}" type="presParOf" srcId="{8C4D755E-B6DE-4000-AC32-AD83E7D7CA40}" destId="{70384AA8-47DF-40C7-83A8-1F7368ACF699}" srcOrd="1" destOrd="0" presId="urn:microsoft.com/office/officeart/2018/2/layout/IconVerticalSolidList"/>
    <dgm:cxn modelId="{FEBE5C34-3975-405D-A5C6-9227C4B481F0}" type="presParOf" srcId="{8C4D755E-B6DE-4000-AC32-AD83E7D7CA40}" destId="{DEF6C1FA-5811-4A49-96ED-5A3339C804DD}" srcOrd="2" destOrd="0" presId="urn:microsoft.com/office/officeart/2018/2/layout/IconVerticalSolidList"/>
    <dgm:cxn modelId="{6F7B68FD-B531-48A2-A512-89D8D59FC1AC}" type="presParOf" srcId="{8C4D755E-B6DE-4000-AC32-AD83E7D7CA40}" destId="{3FF47329-2801-4415-A066-BD1A1E40BC6F}" srcOrd="3" destOrd="0" presId="urn:microsoft.com/office/officeart/2018/2/layout/IconVerticalSolidList"/>
    <dgm:cxn modelId="{E980E777-6505-40CE-BC37-0E2021501478}" type="presParOf" srcId="{8C4D755E-B6DE-4000-AC32-AD83E7D7CA40}" destId="{4854C057-388D-412E-B1E3-255F05D0A408}" srcOrd="4" destOrd="0" presId="urn:microsoft.com/office/officeart/2018/2/layout/IconVerticalSolidList"/>
    <dgm:cxn modelId="{F346A9CD-1970-4C95-A51E-5A3C288CA282}" type="presParOf" srcId="{491A8C71-CFD9-4582-AC5E-5E2796DBE88D}" destId="{935FAE4C-E2B0-41D7-9D84-4EF5C07A9FFA}" srcOrd="1" destOrd="0" presId="urn:microsoft.com/office/officeart/2018/2/layout/IconVerticalSolidList"/>
    <dgm:cxn modelId="{C3AAE7E2-2639-4053-84CE-194B0BD0B0B9}" type="presParOf" srcId="{491A8C71-CFD9-4582-AC5E-5E2796DBE88D}" destId="{4D3221BE-7939-498E-A299-9D406031C1F6}" srcOrd="2" destOrd="0" presId="urn:microsoft.com/office/officeart/2018/2/layout/IconVerticalSolidList"/>
    <dgm:cxn modelId="{83D7BC9D-1AB8-4589-A6DB-DB9A82EA9DB9}" type="presParOf" srcId="{4D3221BE-7939-498E-A299-9D406031C1F6}" destId="{3FE9D51D-4EDF-4B40-AE7C-31FE0729A90B}" srcOrd="0" destOrd="0" presId="urn:microsoft.com/office/officeart/2018/2/layout/IconVerticalSolidList"/>
    <dgm:cxn modelId="{74350E16-BE2D-417C-991D-52CCE5196054}" type="presParOf" srcId="{4D3221BE-7939-498E-A299-9D406031C1F6}" destId="{C19B9BE2-B0B8-49B1-BA86-6305A7B3703C}" srcOrd="1" destOrd="0" presId="urn:microsoft.com/office/officeart/2018/2/layout/IconVerticalSolidList"/>
    <dgm:cxn modelId="{600C2F6E-29E1-46EA-96AE-F05071B88432}" type="presParOf" srcId="{4D3221BE-7939-498E-A299-9D406031C1F6}" destId="{5FC5135D-2EAD-4BD5-B081-B4B9D51C8421}" srcOrd="2" destOrd="0" presId="urn:microsoft.com/office/officeart/2018/2/layout/IconVerticalSolidList"/>
    <dgm:cxn modelId="{753FDDBB-992A-4F93-8C3E-0AF4958E92F5}" type="presParOf" srcId="{4D3221BE-7939-498E-A299-9D406031C1F6}" destId="{0B1CD5A8-77C3-41A2-8FF5-19EE78663193}" srcOrd="3" destOrd="0" presId="urn:microsoft.com/office/officeart/2018/2/layout/IconVerticalSolidList"/>
    <dgm:cxn modelId="{4B71B649-8A07-4529-9464-D4013BB238DE}" type="presParOf" srcId="{4D3221BE-7939-498E-A299-9D406031C1F6}" destId="{239604AB-AB83-40C6-B5B3-86BA193F48B1}" srcOrd="4" destOrd="0" presId="urn:microsoft.com/office/officeart/2018/2/layout/IconVerticalSolidList"/>
    <dgm:cxn modelId="{C4EA407B-AF4D-4D41-BAAF-43F2FF5E3251}" type="presParOf" srcId="{491A8C71-CFD9-4582-AC5E-5E2796DBE88D}" destId="{DD13C4A0-D967-495B-8632-5A5416ECDEC4}" srcOrd="3" destOrd="0" presId="urn:microsoft.com/office/officeart/2018/2/layout/IconVerticalSolidList"/>
    <dgm:cxn modelId="{686045AF-71FE-4E73-85C2-C925FC9A95DC}" type="presParOf" srcId="{491A8C71-CFD9-4582-AC5E-5E2796DBE88D}" destId="{4F90C632-4696-429F-A3D9-DC106338DB6E}" srcOrd="4" destOrd="0" presId="urn:microsoft.com/office/officeart/2018/2/layout/IconVerticalSolidList"/>
    <dgm:cxn modelId="{2D756E2B-EB8F-4E13-8BFA-0D49D0946413}" type="presParOf" srcId="{4F90C632-4696-429F-A3D9-DC106338DB6E}" destId="{59EE8051-0E20-42CE-AADA-27631A658CD7}" srcOrd="0" destOrd="0" presId="urn:microsoft.com/office/officeart/2018/2/layout/IconVerticalSolidList"/>
    <dgm:cxn modelId="{9D82CE59-F816-418D-959F-42B39F7DF304}" type="presParOf" srcId="{4F90C632-4696-429F-A3D9-DC106338DB6E}" destId="{ECC11E4E-19EA-448E-9481-10BF6E0A53C8}" srcOrd="1" destOrd="0" presId="urn:microsoft.com/office/officeart/2018/2/layout/IconVerticalSolidList"/>
    <dgm:cxn modelId="{BD3144B7-CE46-450B-B38C-9DFF3F91B15E}" type="presParOf" srcId="{4F90C632-4696-429F-A3D9-DC106338DB6E}" destId="{AD8DE403-E431-423C-9378-C0A860966440}" srcOrd="2" destOrd="0" presId="urn:microsoft.com/office/officeart/2018/2/layout/IconVerticalSolidList"/>
    <dgm:cxn modelId="{B1BE0169-13FA-4A55-BAF8-5259740BBB85}" type="presParOf" srcId="{4F90C632-4696-429F-A3D9-DC106338DB6E}" destId="{42A8B469-3148-48CB-B187-0D43A7374C61}" srcOrd="3" destOrd="0" presId="urn:microsoft.com/office/officeart/2018/2/layout/IconVerticalSolidList"/>
    <dgm:cxn modelId="{47C7C943-AA2B-4526-B4AF-6DA6C68C92F6}" type="presParOf" srcId="{4F90C632-4696-429F-A3D9-DC106338DB6E}" destId="{A804B516-C2B2-4FF1-A63C-CB4A0CEF2AF5}" srcOrd="4" destOrd="0" presId="urn:microsoft.com/office/officeart/2018/2/layout/IconVerticalSolidList"/>
    <dgm:cxn modelId="{10469178-B7E5-4257-8D72-64649B1E0B30}" type="presParOf" srcId="{491A8C71-CFD9-4582-AC5E-5E2796DBE88D}" destId="{FD2B2849-9FCB-4625-8319-89CADDBD65AA}" srcOrd="5" destOrd="0" presId="urn:microsoft.com/office/officeart/2018/2/layout/IconVerticalSolidList"/>
    <dgm:cxn modelId="{8E1D5B82-1AD0-488C-9C64-B7CF6C9F1C84}" type="presParOf" srcId="{491A8C71-CFD9-4582-AC5E-5E2796DBE88D}" destId="{F9DBDB39-06E4-446B-973B-C81E42E45557}" srcOrd="6" destOrd="0" presId="urn:microsoft.com/office/officeart/2018/2/layout/IconVerticalSolidList"/>
    <dgm:cxn modelId="{7FFD49C3-5FA3-4F5A-85CE-638B3402EA3E}" type="presParOf" srcId="{F9DBDB39-06E4-446B-973B-C81E42E45557}" destId="{CB754CEB-C49F-4CD3-8E86-2FC560180DFE}" srcOrd="0" destOrd="0" presId="urn:microsoft.com/office/officeart/2018/2/layout/IconVerticalSolidList"/>
    <dgm:cxn modelId="{144B0342-FF09-4587-B68C-006B6753AE34}" type="presParOf" srcId="{F9DBDB39-06E4-446B-973B-C81E42E45557}" destId="{4729FA6F-7989-4215-AF76-8B3489D976D2}" srcOrd="1" destOrd="0" presId="urn:microsoft.com/office/officeart/2018/2/layout/IconVerticalSolidList"/>
    <dgm:cxn modelId="{16F5B67A-159A-423E-90E6-32D858D7670E}" type="presParOf" srcId="{F9DBDB39-06E4-446B-973B-C81E42E45557}" destId="{A2352C81-E9C3-483C-B824-FFFC88118CDB}" srcOrd="2" destOrd="0" presId="urn:microsoft.com/office/officeart/2018/2/layout/IconVerticalSolidList"/>
    <dgm:cxn modelId="{0754C588-1DC3-440F-9C7F-5EB6626A17BA}" type="presParOf" srcId="{F9DBDB39-06E4-446B-973B-C81E42E45557}" destId="{2B4F03CB-530C-4754-A43B-F130D1B4D5C1}" srcOrd="3" destOrd="0" presId="urn:microsoft.com/office/officeart/2018/2/layout/IconVerticalSolidList"/>
    <dgm:cxn modelId="{E998B6A8-2E24-4CC8-9618-80AC91599D6A}" type="presParOf" srcId="{F9DBDB39-06E4-446B-973B-C81E42E45557}" destId="{00CC5ED8-F44B-4EFE-BAEB-8464253EB207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AD1B8B-1074-4972-9930-C3EA0AA6A51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6B6A8F-AC6F-45B9-AE47-90E812707F13}">
      <dgm:prSet/>
      <dgm:spPr/>
      <dgm:t>
        <a:bodyPr/>
        <a:lstStyle/>
        <a:p>
          <a:r>
            <a:rPr lang="en-US"/>
            <a:t>Facebook gave a wide reach but click and conversion rates were low overall.</a:t>
          </a:r>
        </a:p>
      </dgm:t>
    </dgm:pt>
    <dgm:pt modelId="{066BE620-F8F3-478E-9038-DC3217ECECFC}" type="parTrans" cxnId="{3A069DA9-6C05-4F95-A326-2EF018D2A1FF}">
      <dgm:prSet/>
      <dgm:spPr/>
      <dgm:t>
        <a:bodyPr/>
        <a:lstStyle/>
        <a:p>
          <a:endParaRPr lang="en-US"/>
        </a:p>
      </dgm:t>
    </dgm:pt>
    <dgm:pt modelId="{64A06128-4E8C-4AD7-92D9-F09CCA23CA54}" type="sibTrans" cxnId="{3A069DA9-6C05-4F95-A326-2EF018D2A1FF}">
      <dgm:prSet/>
      <dgm:spPr/>
      <dgm:t>
        <a:bodyPr/>
        <a:lstStyle/>
        <a:p>
          <a:endParaRPr lang="en-US"/>
        </a:p>
      </dgm:t>
    </dgm:pt>
    <dgm:pt modelId="{AC23E51F-64F4-40DC-9737-965F6A6367DD}">
      <dgm:prSet/>
      <dgm:spPr/>
      <dgm:t>
        <a:bodyPr/>
        <a:lstStyle/>
        <a:p>
          <a:r>
            <a:rPr lang="en-US"/>
            <a:t>CTR and ROAS improved when targeting younger age groups and retargeted users.</a:t>
          </a:r>
        </a:p>
      </dgm:t>
    </dgm:pt>
    <dgm:pt modelId="{186DB9AA-24DA-4030-83A8-B4685DC02E14}" type="parTrans" cxnId="{4B36F07A-A070-4F75-A7B2-62C2F0A324B2}">
      <dgm:prSet/>
      <dgm:spPr/>
      <dgm:t>
        <a:bodyPr/>
        <a:lstStyle/>
        <a:p>
          <a:endParaRPr lang="en-US"/>
        </a:p>
      </dgm:t>
    </dgm:pt>
    <dgm:pt modelId="{B27BD0AE-2532-456F-8B4D-314DB2DD33DF}" type="sibTrans" cxnId="{4B36F07A-A070-4F75-A7B2-62C2F0A324B2}">
      <dgm:prSet/>
      <dgm:spPr/>
      <dgm:t>
        <a:bodyPr/>
        <a:lstStyle/>
        <a:p>
          <a:endParaRPr lang="en-US"/>
        </a:p>
      </dgm:t>
    </dgm:pt>
    <dgm:pt modelId="{786C7978-9658-46B1-BD19-869E2EB5ABB0}">
      <dgm:prSet/>
      <dgm:spPr/>
      <dgm:t>
        <a:bodyPr/>
        <a:lstStyle/>
        <a:p>
          <a:r>
            <a:rPr lang="en-US"/>
            <a:t>Ads with focused targeting performed better than broad reach campaigns.</a:t>
          </a:r>
        </a:p>
      </dgm:t>
    </dgm:pt>
    <dgm:pt modelId="{45DBC6B4-472F-4D15-A9CB-413AC22090EF}" type="parTrans" cxnId="{8CE1581F-A7BA-4863-8B3F-0E521A7F5242}">
      <dgm:prSet/>
      <dgm:spPr/>
      <dgm:t>
        <a:bodyPr/>
        <a:lstStyle/>
        <a:p>
          <a:endParaRPr lang="en-US"/>
        </a:p>
      </dgm:t>
    </dgm:pt>
    <dgm:pt modelId="{9AA7F0C1-D871-467D-833E-622EA3C3D49E}" type="sibTrans" cxnId="{8CE1581F-A7BA-4863-8B3F-0E521A7F5242}">
      <dgm:prSet/>
      <dgm:spPr/>
      <dgm:t>
        <a:bodyPr/>
        <a:lstStyle/>
        <a:p>
          <a:endParaRPr lang="en-US"/>
        </a:p>
      </dgm:t>
    </dgm:pt>
    <dgm:pt modelId="{828CF1C3-9EA2-49D9-9060-296DF851E3E0}">
      <dgm:prSet/>
      <dgm:spPr/>
      <dgm:t>
        <a:bodyPr/>
        <a:lstStyle/>
        <a:p>
          <a:r>
            <a:rPr lang="en-US"/>
            <a:t>Suggestion: Use more retargeting, refine audience, and test creative types.</a:t>
          </a:r>
        </a:p>
      </dgm:t>
    </dgm:pt>
    <dgm:pt modelId="{ACD26855-20F3-4480-8B3C-6A19AC389506}" type="parTrans" cxnId="{71A3E5DC-C114-4207-AF9A-19C85792092F}">
      <dgm:prSet/>
      <dgm:spPr/>
      <dgm:t>
        <a:bodyPr/>
        <a:lstStyle/>
        <a:p>
          <a:endParaRPr lang="en-US"/>
        </a:p>
      </dgm:t>
    </dgm:pt>
    <dgm:pt modelId="{F1EA3D35-7786-4879-BB62-6DCDE8D55C94}" type="sibTrans" cxnId="{71A3E5DC-C114-4207-AF9A-19C85792092F}">
      <dgm:prSet/>
      <dgm:spPr/>
      <dgm:t>
        <a:bodyPr/>
        <a:lstStyle/>
        <a:p>
          <a:endParaRPr lang="en-US"/>
        </a:p>
      </dgm:t>
    </dgm:pt>
    <dgm:pt modelId="{300BDF71-02B9-47F7-A74D-69747AF759F9}" type="pres">
      <dgm:prSet presAssocID="{7EAD1B8B-1074-4972-9930-C3EA0AA6A515}" presName="root" presStyleCnt="0">
        <dgm:presLayoutVars>
          <dgm:dir/>
          <dgm:resizeHandles val="exact"/>
        </dgm:presLayoutVars>
      </dgm:prSet>
      <dgm:spPr/>
    </dgm:pt>
    <dgm:pt modelId="{3FE116DC-396E-4209-A7CF-070836DA0343}" type="pres">
      <dgm:prSet presAssocID="{F06B6A8F-AC6F-45B9-AE47-90E812707F13}" presName="compNode" presStyleCnt="0"/>
      <dgm:spPr/>
    </dgm:pt>
    <dgm:pt modelId="{DADACF93-8753-4E7A-BE02-9AAD76BC2F47}" type="pres">
      <dgm:prSet presAssocID="{F06B6A8F-AC6F-45B9-AE47-90E812707F13}" presName="bgRect" presStyleLbl="bgShp" presStyleIdx="0" presStyleCnt="4"/>
      <dgm:spPr/>
    </dgm:pt>
    <dgm:pt modelId="{C436A335-DFD3-45A7-8389-A6C4770ED915}" type="pres">
      <dgm:prSet presAssocID="{F06B6A8F-AC6F-45B9-AE47-90E812707F1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A747EA7E-0AEE-4DAB-AB22-240F3B5EA656}" type="pres">
      <dgm:prSet presAssocID="{F06B6A8F-AC6F-45B9-AE47-90E812707F13}" presName="spaceRect" presStyleCnt="0"/>
      <dgm:spPr/>
    </dgm:pt>
    <dgm:pt modelId="{D0801BFD-D019-4F21-9B05-B92E3A06523A}" type="pres">
      <dgm:prSet presAssocID="{F06B6A8F-AC6F-45B9-AE47-90E812707F13}" presName="parTx" presStyleLbl="revTx" presStyleIdx="0" presStyleCnt="4">
        <dgm:presLayoutVars>
          <dgm:chMax val="0"/>
          <dgm:chPref val="0"/>
        </dgm:presLayoutVars>
      </dgm:prSet>
      <dgm:spPr/>
    </dgm:pt>
    <dgm:pt modelId="{82AE31F2-0F8B-4DFD-A9D7-B2B7F50B2185}" type="pres">
      <dgm:prSet presAssocID="{64A06128-4E8C-4AD7-92D9-F09CCA23CA54}" presName="sibTrans" presStyleCnt="0"/>
      <dgm:spPr/>
    </dgm:pt>
    <dgm:pt modelId="{4F063A44-F68E-4C33-AD87-5DCD88ECDF0B}" type="pres">
      <dgm:prSet presAssocID="{AC23E51F-64F4-40DC-9737-965F6A6367DD}" presName="compNode" presStyleCnt="0"/>
      <dgm:spPr/>
    </dgm:pt>
    <dgm:pt modelId="{689CAAE8-A581-4A91-9011-A9A09DF4338D}" type="pres">
      <dgm:prSet presAssocID="{AC23E51F-64F4-40DC-9737-965F6A6367DD}" presName="bgRect" presStyleLbl="bgShp" presStyleIdx="1" presStyleCnt="4"/>
      <dgm:spPr/>
    </dgm:pt>
    <dgm:pt modelId="{C5B81FAA-9E87-410C-8DEB-817F41DA4FBD}" type="pres">
      <dgm:prSet presAssocID="{AC23E51F-64F4-40DC-9737-965F6A6367D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D82E7FF8-1C3F-4421-9E53-CC83F227DCF7}" type="pres">
      <dgm:prSet presAssocID="{AC23E51F-64F4-40DC-9737-965F6A6367DD}" presName="spaceRect" presStyleCnt="0"/>
      <dgm:spPr/>
    </dgm:pt>
    <dgm:pt modelId="{05AB349C-EF80-4AF2-9B9C-7EBE2B75EFD9}" type="pres">
      <dgm:prSet presAssocID="{AC23E51F-64F4-40DC-9737-965F6A6367DD}" presName="parTx" presStyleLbl="revTx" presStyleIdx="1" presStyleCnt="4">
        <dgm:presLayoutVars>
          <dgm:chMax val="0"/>
          <dgm:chPref val="0"/>
        </dgm:presLayoutVars>
      </dgm:prSet>
      <dgm:spPr/>
    </dgm:pt>
    <dgm:pt modelId="{8E9ADF61-5333-410C-8A16-C518AE8AA128}" type="pres">
      <dgm:prSet presAssocID="{B27BD0AE-2532-456F-8B4D-314DB2DD33DF}" presName="sibTrans" presStyleCnt="0"/>
      <dgm:spPr/>
    </dgm:pt>
    <dgm:pt modelId="{976CE477-4B25-4B83-BF5A-9159AD2FF9C7}" type="pres">
      <dgm:prSet presAssocID="{786C7978-9658-46B1-BD19-869E2EB5ABB0}" presName="compNode" presStyleCnt="0"/>
      <dgm:spPr/>
    </dgm:pt>
    <dgm:pt modelId="{9BD9864C-619F-459C-9D8F-39BA32B9C162}" type="pres">
      <dgm:prSet presAssocID="{786C7978-9658-46B1-BD19-869E2EB5ABB0}" presName="bgRect" presStyleLbl="bgShp" presStyleIdx="2" presStyleCnt="4"/>
      <dgm:spPr/>
    </dgm:pt>
    <dgm:pt modelId="{67135BCA-5C31-4513-828B-51B95BDA2387}" type="pres">
      <dgm:prSet presAssocID="{786C7978-9658-46B1-BD19-869E2EB5ABB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1A43192A-257D-4E53-A384-0A5B9489EC47}" type="pres">
      <dgm:prSet presAssocID="{786C7978-9658-46B1-BD19-869E2EB5ABB0}" presName="spaceRect" presStyleCnt="0"/>
      <dgm:spPr/>
    </dgm:pt>
    <dgm:pt modelId="{E06C8A3C-6531-4E06-BB01-42DD870BAC13}" type="pres">
      <dgm:prSet presAssocID="{786C7978-9658-46B1-BD19-869E2EB5ABB0}" presName="parTx" presStyleLbl="revTx" presStyleIdx="2" presStyleCnt="4">
        <dgm:presLayoutVars>
          <dgm:chMax val="0"/>
          <dgm:chPref val="0"/>
        </dgm:presLayoutVars>
      </dgm:prSet>
      <dgm:spPr/>
    </dgm:pt>
    <dgm:pt modelId="{83B90625-08E1-4E38-AA65-84A72F4863F1}" type="pres">
      <dgm:prSet presAssocID="{9AA7F0C1-D871-467D-833E-622EA3C3D49E}" presName="sibTrans" presStyleCnt="0"/>
      <dgm:spPr/>
    </dgm:pt>
    <dgm:pt modelId="{CB0508C4-F646-4EA8-B771-E3F763AA26A8}" type="pres">
      <dgm:prSet presAssocID="{828CF1C3-9EA2-49D9-9060-296DF851E3E0}" presName="compNode" presStyleCnt="0"/>
      <dgm:spPr/>
    </dgm:pt>
    <dgm:pt modelId="{37617893-B78E-440D-B0FA-4992E436A61C}" type="pres">
      <dgm:prSet presAssocID="{828CF1C3-9EA2-49D9-9060-296DF851E3E0}" presName="bgRect" presStyleLbl="bgShp" presStyleIdx="3" presStyleCnt="4"/>
      <dgm:spPr/>
    </dgm:pt>
    <dgm:pt modelId="{B8FCF8A6-D4B6-491D-A1CB-C0BD7C9DA987}" type="pres">
      <dgm:prSet presAssocID="{828CF1C3-9EA2-49D9-9060-296DF851E3E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sel"/>
        </a:ext>
      </dgm:extLst>
    </dgm:pt>
    <dgm:pt modelId="{F4E368C2-EA37-469D-9679-C2C320728193}" type="pres">
      <dgm:prSet presAssocID="{828CF1C3-9EA2-49D9-9060-296DF851E3E0}" presName="spaceRect" presStyleCnt="0"/>
      <dgm:spPr/>
    </dgm:pt>
    <dgm:pt modelId="{7B8E17A4-1162-49BA-A60B-64A4650CC6D1}" type="pres">
      <dgm:prSet presAssocID="{828CF1C3-9EA2-49D9-9060-296DF851E3E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911310D-3537-4EB0-931E-C16F903E109E}" type="presOf" srcId="{786C7978-9658-46B1-BD19-869E2EB5ABB0}" destId="{E06C8A3C-6531-4E06-BB01-42DD870BAC13}" srcOrd="0" destOrd="0" presId="urn:microsoft.com/office/officeart/2018/2/layout/IconVerticalSolidList"/>
    <dgm:cxn modelId="{AB7B851E-0E33-49B4-9668-90CF683D6AC3}" type="presOf" srcId="{F06B6A8F-AC6F-45B9-AE47-90E812707F13}" destId="{D0801BFD-D019-4F21-9B05-B92E3A06523A}" srcOrd="0" destOrd="0" presId="urn:microsoft.com/office/officeart/2018/2/layout/IconVerticalSolidList"/>
    <dgm:cxn modelId="{8CE1581F-A7BA-4863-8B3F-0E521A7F5242}" srcId="{7EAD1B8B-1074-4972-9930-C3EA0AA6A515}" destId="{786C7978-9658-46B1-BD19-869E2EB5ABB0}" srcOrd="2" destOrd="0" parTransId="{45DBC6B4-472F-4D15-A9CB-413AC22090EF}" sibTransId="{9AA7F0C1-D871-467D-833E-622EA3C3D49E}"/>
    <dgm:cxn modelId="{6025A13A-1C1E-4B96-808C-990024259FCC}" type="presOf" srcId="{AC23E51F-64F4-40DC-9737-965F6A6367DD}" destId="{05AB349C-EF80-4AF2-9B9C-7EBE2B75EFD9}" srcOrd="0" destOrd="0" presId="urn:microsoft.com/office/officeart/2018/2/layout/IconVerticalSolidList"/>
    <dgm:cxn modelId="{4B36F07A-A070-4F75-A7B2-62C2F0A324B2}" srcId="{7EAD1B8B-1074-4972-9930-C3EA0AA6A515}" destId="{AC23E51F-64F4-40DC-9737-965F6A6367DD}" srcOrd="1" destOrd="0" parTransId="{186DB9AA-24DA-4030-83A8-B4685DC02E14}" sibTransId="{B27BD0AE-2532-456F-8B4D-314DB2DD33DF}"/>
    <dgm:cxn modelId="{D2B865A7-12B4-45E0-B3DC-AFD341CC8E98}" type="presOf" srcId="{828CF1C3-9EA2-49D9-9060-296DF851E3E0}" destId="{7B8E17A4-1162-49BA-A60B-64A4650CC6D1}" srcOrd="0" destOrd="0" presId="urn:microsoft.com/office/officeart/2018/2/layout/IconVerticalSolidList"/>
    <dgm:cxn modelId="{3A069DA9-6C05-4F95-A326-2EF018D2A1FF}" srcId="{7EAD1B8B-1074-4972-9930-C3EA0AA6A515}" destId="{F06B6A8F-AC6F-45B9-AE47-90E812707F13}" srcOrd="0" destOrd="0" parTransId="{066BE620-F8F3-478E-9038-DC3217ECECFC}" sibTransId="{64A06128-4E8C-4AD7-92D9-F09CCA23CA54}"/>
    <dgm:cxn modelId="{71A3E5DC-C114-4207-AF9A-19C85792092F}" srcId="{7EAD1B8B-1074-4972-9930-C3EA0AA6A515}" destId="{828CF1C3-9EA2-49D9-9060-296DF851E3E0}" srcOrd="3" destOrd="0" parTransId="{ACD26855-20F3-4480-8B3C-6A19AC389506}" sibTransId="{F1EA3D35-7786-4879-BB62-6DCDE8D55C94}"/>
    <dgm:cxn modelId="{780E4CF2-F83E-475E-8ACF-B6BE309A2CDC}" type="presOf" srcId="{7EAD1B8B-1074-4972-9930-C3EA0AA6A515}" destId="{300BDF71-02B9-47F7-A74D-69747AF759F9}" srcOrd="0" destOrd="0" presId="urn:microsoft.com/office/officeart/2018/2/layout/IconVerticalSolidList"/>
    <dgm:cxn modelId="{B13DAC87-34BD-4676-9445-EC9420C27510}" type="presParOf" srcId="{300BDF71-02B9-47F7-A74D-69747AF759F9}" destId="{3FE116DC-396E-4209-A7CF-070836DA0343}" srcOrd="0" destOrd="0" presId="urn:microsoft.com/office/officeart/2018/2/layout/IconVerticalSolidList"/>
    <dgm:cxn modelId="{14079B95-DDD6-4387-8807-20AE8A1E041A}" type="presParOf" srcId="{3FE116DC-396E-4209-A7CF-070836DA0343}" destId="{DADACF93-8753-4E7A-BE02-9AAD76BC2F47}" srcOrd="0" destOrd="0" presId="urn:microsoft.com/office/officeart/2018/2/layout/IconVerticalSolidList"/>
    <dgm:cxn modelId="{B3EA9080-3491-4256-A847-A8A0C0F21BA0}" type="presParOf" srcId="{3FE116DC-396E-4209-A7CF-070836DA0343}" destId="{C436A335-DFD3-45A7-8389-A6C4770ED915}" srcOrd="1" destOrd="0" presId="urn:microsoft.com/office/officeart/2018/2/layout/IconVerticalSolidList"/>
    <dgm:cxn modelId="{0927E803-FCF2-43E0-8904-1C11638DDDFC}" type="presParOf" srcId="{3FE116DC-396E-4209-A7CF-070836DA0343}" destId="{A747EA7E-0AEE-4DAB-AB22-240F3B5EA656}" srcOrd="2" destOrd="0" presId="urn:microsoft.com/office/officeart/2018/2/layout/IconVerticalSolidList"/>
    <dgm:cxn modelId="{220D73D3-6069-46D5-B4F0-63DC7532794E}" type="presParOf" srcId="{3FE116DC-396E-4209-A7CF-070836DA0343}" destId="{D0801BFD-D019-4F21-9B05-B92E3A06523A}" srcOrd="3" destOrd="0" presId="urn:microsoft.com/office/officeart/2018/2/layout/IconVerticalSolidList"/>
    <dgm:cxn modelId="{D0EB88CD-ECB5-4561-93F9-B3B2F9D4008E}" type="presParOf" srcId="{300BDF71-02B9-47F7-A74D-69747AF759F9}" destId="{82AE31F2-0F8B-4DFD-A9D7-B2B7F50B2185}" srcOrd="1" destOrd="0" presId="urn:microsoft.com/office/officeart/2018/2/layout/IconVerticalSolidList"/>
    <dgm:cxn modelId="{E3F65A4D-8932-456C-A4FA-2B6F2429ACB3}" type="presParOf" srcId="{300BDF71-02B9-47F7-A74D-69747AF759F9}" destId="{4F063A44-F68E-4C33-AD87-5DCD88ECDF0B}" srcOrd="2" destOrd="0" presId="urn:microsoft.com/office/officeart/2018/2/layout/IconVerticalSolidList"/>
    <dgm:cxn modelId="{67F2A565-5AD8-4EA6-8CD3-5C5D2C06C52C}" type="presParOf" srcId="{4F063A44-F68E-4C33-AD87-5DCD88ECDF0B}" destId="{689CAAE8-A581-4A91-9011-A9A09DF4338D}" srcOrd="0" destOrd="0" presId="urn:microsoft.com/office/officeart/2018/2/layout/IconVerticalSolidList"/>
    <dgm:cxn modelId="{B9F4AB75-8EF5-4AF0-8F6A-4EFC7F6317F8}" type="presParOf" srcId="{4F063A44-F68E-4C33-AD87-5DCD88ECDF0B}" destId="{C5B81FAA-9E87-410C-8DEB-817F41DA4FBD}" srcOrd="1" destOrd="0" presId="urn:microsoft.com/office/officeart/2018/2/layout/IconVerticalSolidList"/>
    <dgm:cxn modelId="{B8EC7736-4DBC-4649-85EC-9ADF2AAFC0DA}" type="presParOf" srcId="{4F063A44-F68E-4C33-AD87-5DCD88ECDF0B}" destId="{D82E7FF8-1C3F-4421-9E53-CC83F227DCF7}" srcOrd="2" destOrd="0" presId="urn:microsoft.com/office/officeart/2018/2/layout/IconVerticalSolidList"/>
    <dgm:cxn modelId="{2B076579-5CD2-47BB-81DD-15EF6B65DEAB}" type="presParOf" srcId="{4F063A44-F68E-4C33-AD87-5DCD88ECDF0B}" destId="{05AB349C-EF80-4AF2-9B9C-7EBE2B75EFD9}" srcOrd="3" destOrd="0" presId="urn:microsoft.com/office/officeart/2018/2/layout/IconVerticalSolidList"/>
    <dgm:cxn modelId="{0E85665D-72B2-43AC-B713-4366ABD01841}" type="presParOf" srcId="{300BDF71-02B9-47F7-A74D-69747AF759F9}" destId="{8E9ADF61-5333-410C-8A16-C518AE8AA128}" srcOrd="3" destOrd="0" presId="urn:microsoft.com/office/officeart/2018/2/layout/IconVerticalSolidList"/>
    <dgm:cxn modelId="{78617BFC-05D1-489E-8B03-1801DC2055BD}" type="presParOf" srcId="{300BDF71-02B9-47F7-A74D-69747AF759F9}" destId="{976CE477-4B25-4B83-BF5A-9159AD2FF9C7}" srcOrd="4" destOrd="0" presId="urn:microsoft.com/office/officeart/2018/2/layout/IconVerticalSolidList"/>
    <dgm:cxn modelId="{464D1214-83D9-4B43-900F-A3480B520948}" type="presParOf" srcId="{976CE477-4B25-4B83-BF5A-9159AD2FF9C7}" destId="{9BD9864C-619F-459C-9D8F-39BA32B9C162}" srcOrd="0" destOrd="0" presId="urn:microsoft.com/office/officeart/2018/2/layout/IconVerticalSolidList"/>
    <dgm:cxn modelId="{CE7FDDB2-F2E5-45E5-9E2A-29B12225A15D}" type="presParOf" srcId="{976CE477-4B25-4B83-BF5A-9159AD2FF9C7}" destId="{67135BCA-5C31-4513-828B-51B95BDA2387}" srcOrd="1" destOrd="0" presId="urn:microsoft.com/office/officeart/2018/2/layout/IconVerticalSolidList"/>
    <dgm:cxn modelId="{245C43B9-61F9-4BBB-8DA2-412D14658B6F}" type="presParOf" srcId="{976CE477-4B25-4B83-BF5A-9159AD2FF9C7}" destId="{1A43192A-257D-4E53-A384-0A5B9489EC47}" srcOrd="2" destOrd="0" presId="urn:microsoft.com/office/officeart/2018/2/layout/IconVerticalSolidList"/>
    <dgm:cxn modelId="{414B8255-A5A0-430E-87D5-A42CC720AEBE}" type="presParOf" srcId="{976CE477-4B25-4B83-BF5A-9159AD2FF9C7}" destId="{E06C8A3C-6531-4E06-BB01-42DD870BAC13}" srcOrd="3" destOrd="0" presId="urn:microsoft.com/office/officeart/2018/2/layout/IconVerticalSolidList"/>
    <dgm:cxn modelId="{174FEADB-ECD8-4FC4-B6AD-CEBBCE007F4B}" type="presParOf" srcId="{300BDF71-02B9-47F7-A74D-69747AF759F9}" destId="{83B90625-08E1-4E38-AA65-84A72F4863F1}" srcOrd="5" destOrd="0" presId="urn:microsoft.com/office/officeart/2018/2/layout/IconVerticalSolidList"/>
    <dgm:cxn modelId="{E52A3D81-F471-44C5-AD03-CB82C8C281CD}" type="presParOf" srcId="{300BDF71-02B9-47F7-A74D-69747AF759F9}" destId="{CB0508C4-F646-4EA8-B771-E3F763AA26A8}" srcOrd="6" destOrd="0" presId="urn:microsoft.com/office/officeart/2018/2/layout/IconVerticalSolidList"/>
    <dgm:cxn modelId="{5C3D6721-5F91-4478-AA3B-1A775034EE07}" type="presParOf" srcId="{CB0508C4-F646-4EA8-B771-E3F763AA26A8}" destId="{37617893-B78E-440D-B0FA-4992E436A61C}" srcOrd="0" destOrd="0" presId="urn:microsoft.com/office/officeart/2018/2/layout/IconVerticalSolidList"/>
    <dgm:cxn modelId="{2BDFA733-7A90-4892-9713-764167BCEF7A}" type="presParOf" srcId="{CB0508C4-F646-4EA8-B771-E3F763AA26A8}" destId="{B8FCF8A6-D4B6-491D-A1CB-C0BD7C9DA987}" srcOrd="1" destOrd="0" presId="urn:microsoft.com/office/officeart/2018/2/layout/IconVerticalSolidList"/>
    <dgm:cxn modelId="{D1FF0AB5-0995-4350-A52C-9CBCBFCB99CC}" type="presParOf" srcId="{CB0508C4-F646-4EA8-B771-E3F763AA26A8}" destId="{F4E368C2-EA37-469D-9679-C2C320728193}" srcOrd="2" destOrd="0" presId="urn:microsoft.com/office/officeart/2018/2/layout/IconVerticalSolidList"/>
    <dgm:cxn modelId="{B3D7E300-9853-4258-97F9-B037C4208EB4}" type="presParOf" srcId="{CB0508C4-F646-4EA8-B771-E3F763AA26A8}" destId="{7B8E17A4-1162-49BA-A60B-64A4650CC6D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638BCB2-8AA2-4884-8EA2-8BA3A6271EEC}" type="doc">
      <dgm:prSet loTypeId="urn:microsoft.com/office/officeart/2008/layout/LinedLis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57BC0BE-7068-4F1C-85FD-6F602C2D44A7}">
      <dgm:prSet/>
      <dgm:spPr/>
      <dgm:t>
        <a:bodyPr/>
        <a:lstStyle/>
        <a:p>
          <a:r>
            <a:rPr lang="en-US" dirty="0">
              <a:latin typeface="Aptos"/>
            </a:rPr>
            <a:t>Top Campaigns: Search and retargeting campaigns drove most conversions.</a:t>
          </a:r>
        </a:p>
      </dgm:t>
    </dgm:pt>
    <dgm:pt modelId="{79DCD46F-21CE-40F4-8AA6-905B5C6B8594}" type="parTrans" cxnId="{C51E25E0-25BD-424A-8C9D-59078EA8C651}">
      <dgm:prSet/>
      <dgm:spPr/>
      <dgm:t>
        <a:bodyPr/>
        <a:lstStyle/>
        <a:p>
          <a:endParaRPr lang="en-US"/>
        </a:p>
      </dgm:t>
    </dgm:pt>
    <dgm:pt modelId="{AA8F39C7-0B1B-4879-8C44-685A8D4B0C02}" type="sibTrans" cxnId="{C51E25E0-25BD-424A-8C9D-59078EA8C651}">
      <dgm:prSet/>
      <dgm:spPr/>
      <dgm:t>
        <a:bodyPr/>
        <a:lstStyle/>
        <a:p>
          <a:endParaRPr lang="en-US"/>
        </a:p>
      </dgm:t>
    </dgm:pt>
    <dgm:pt modelId="{34917CC1-8654-4362-945A-3EA0A5C03D14}">
      <dgm:prSet/>
      <dgm:spPr/>
      <dgm:t>
        <a:bodyPr/>
        <a:lstStyle/>
        <a:p>
          <a:pPr rtl="0"/>
          <a:r>
            <a:rPr lang="en-US" dirty="0">
              <a:latin typeface="Aptos"/>
            </a:rPr>
            <a:t>Low CPA: Despite high spend, cost per conversion remained low.</a:t>
          </a:r>
        </a:p>
      </dgm:t>
    </dgm:pt>
    <dgm:pt modelId="{19B2CE36-6463-4498-A9BA-17D75B8B7A99}" type="parTrans" cxnId="{581582D9-B2EF-44CD-ADB7-77A64922850A}">
      <dgm:prSet/>
      <dgm:spPr/>
      <dgm:t>
        <a:bodyPr/>
        <a:lstStyle/>
        <a:p>
          <a:endParaRPr lang="en-US"/>
        </a:p>
      </dgm:t>
    </dgm:pt>
    <dgm:pt modelId="{91069AE0-0458-46E6-8733-E822CDD0ABE9}" type="sibTrans" cxnId="{581582D9-B2EF-44CD-ADB7-77A64922850A}">
      <dgm:prSet/>
      <dgm:spPr/>
      <dgm:t>
        <a:bodyPr/>
        <a:lstStyle/>
        <a:p>
          <a:endParaRPr lang="en-US"/>
        </a:p>
      </dgm:t>
    </dgm:pt>
    <dgm:pt modelId="{CB03B7FE-15B6-4BD5-9D0C-8EEC2E3C8145}">
      <dgm:prSet/>
      <dgm:spPr/>
      <dgm:t>
        <a:bodyPr/>
        <a:lstStyle/>
        <a:p>
          <a:pPr rtl="0"/>
          <a:r>
            <a:rPr lang="en-US" dirty="0">
              <a:latin typeface="Aptos"/>
            </a:rPr>
            <a:t>Landing Page Impact: Better engagement (lower bounce rate) on ad-linked pages.</a:t>
          </a:r>
        </a:p>
      </dgm:t>
    </dgm:pt>
    <dgm:pt modelId="{DC936DC9-A684-4577-85A5-E37486490C93}" type="parTrans" cxnId="{E6E79D73-4907-418E-9B24-E14036B35B91}">
      <dgm:prSet/>
      <dgm:spPr/>
      <dgm:t>
        <a:bodyPr/>
        <a:lstStyle/>
        <a:p>
          <a:endParaRPr lang="en-US"/>
        </a:p>
      </dgm:t>
    </dgm:pt>
    <dgm:pt modelId="{E6A68E42-ECB9-4AD0-9029-5F4CCBA32DE8}" type="sibTrans" cxnId="{E6E79D73-4907-418E-9B24-E14036B35B91}">
      <dgm:prSet/>
      <dgm:spPr/>
      <dgm:t>
        <a:bodyPr/>
        <a:lstStyle/>
        <a:p>
          <a:endParaRPr lang="en-US"/>
        </a:p>
      </dgm:t>
    </dgm:pt>
    <dgm:pt modelId="{9BB445E9-498A-41B1-8BAC-D71394C5D347}">
      <dgm:prSet/>
      <dgm:spPr/>
      <dgm:t>
        <a:bodyPr/>
        <a:lstStyle/>
        <a:p>
          <a:pPr rtl="0"/>
          <a:r>
            <a:rPr lang="en-US" dirty="0">
              <a:latin typeface="Calibri"/>
              <a:ea typeface="Calibri"/>
              <a:cs typeface="Calibri"/>
            </a:rPr>
            <a:t>Seasonality: Clear performance spike in December, matching holiday season.</a:t>
          </a:r>
        </a:p>
      </dgm:t>
    </dgm:pt>
    <dgm:pt modelId="{EBB0947C-17EE-4BA5-8476-282AB2077B76}" type="parTrans" cxnId="{1A274501-537A-4C20-B843-94A0EC39E609}">
      <dgm:prSet/>
      <dgm:spPr/>
      <dgm:t>
        <a:bodyPr/>
        <a:lstStyle/>
        <a:p>
          <a:endParaRPr lang="en-US"/>
        </a:p>
      </dgm:t>
    </dgm:pt>
    <dgm:pt modelId="{B8BECE47-D70C-4782-8BC7-5E507CCB2213}" type="sibTrans" cxnId="{1A274501-537A-4C20-B843-94A0EC39E609}">
      <dgm:prSet/>
      <dgm:spPr/>
      <dgm:t>
        <a:bodyPr/>
        <a:lstStyle/>
        <a:p>
          <a:endParaRPr lang="en-US"/>
        </a:p>
      </dgm:t>
    </dgm:pt>
    <dgm:pt modelId="{55DF11D2-CDA3-4F9D-89D1-475BECE8DF84}" type="pres">
      <dgm:prSet presAssocID="{A638BCB2-8AA2-4884-8EA2-8BA3A6271EEC}" presName="vert0" presStyleCnt="0">
        <dgm:presLayoutVars>
          <dgm:dir/>
          <dgm:animOne val="branch"/>
          <dgm:animLvl val="lvl"/>
        </dgm:presLayoutVars>
      </dgm:prSet>
      <dgm:spPr/>
    </dgm:pt>
    <dgm:pt modelId="{2A1B42D2-5436-44AD-B905-3C7700777274}" type="pres">
      <dgm:prSet presAssocID="{C57BC0BE-7068-4F1C-85FD-6F602C2D44A7}" presName="thickLine" presStyleLbl="alignNode1" presStyleIdx="0" presStyleCnt="4"/>
      <dgm:spPr/>
    </dgm:pt>
    <dgm:pt modelId="{F3AE4CA1-BFA3-49B4-902D-4592074D9E76}" type="pres">
      <dgm:prSet presAssocID="{C57BC0BE-7068-4F1C-85FD-6F602C2D44A7}" presName="horz1" presStyleCnt="0"/>
      <dgm:spPr/>
    </dgm:pt>
    <dgm:pt modelId="{5F016440-73A9-4B4E-88F4-8A39704ECC9D}" type="pres">
      <dgm:prSet presAssocID="{C57BC0BE-7068-4F1C-85FD-6F602C2D44A7}" presName="tx1" presStyleLbl="revTx" presStyleIdx="0" presStyleCnt="4"/>
      <dgm:spPr/>
    </dgm:pt>
    <dgm:pt modelId="{270215C5-044B-499E-91D4-657A12EED6C7}" type="pres">
      <dgm:prSet presAssocID="{C57BC0BE-7068-4F1C-85FD-6F602C2D44A7}" presName="vert1" presStyleCnt="0"/>
      <dgm:spPr/>
    </dgm:pt>
    <dgm:pt modelId="{F44B2C9E-3575-429A-B338-CBA66D718A9B}" type="pres">
      <dgm:prSet presAssocID="{34917CC1-8654-4362-945A-3EA0A5C03D14}" presName="thickLine" presStyleLbl="alignNode1" presStyleIdx="1" presStyleCnt="4"/>
      <dgm:spPr/>
    </dgm:pt>
    <dgm:pt modelId="{17E2E8C1-11D0-4BDC-8A88-E19A04B8FBB8}" type="pres">
      <dgm:prSet presAssocID="{34917CC1-8654-4362-945A-3EA0A5C03D14}" presName="horz1" presStyleCnt="0"/>
      <dgm:spPr/>
    </dgm:pt>
    <dgm:pt modelId="{45E2B98A-8ADD-41DA-B538-531EF2F8B37F}" type="pres">
      <dgm:prSet presAssocID="{34917CC1-8654-4362-945A-3EA0A5C03D14}" presName="tx1" presStyleLbl="revTx" presStyleIdx="1" presStyleCnt="4"/>
      <dgm:spPr/>
    </dgm:pt>
    <dgm:pt modelId="{F5832EFA-F0F3-4F23-80F2-6FD5BE9B529D}" type="pres">
      <dgm:prSet presAssocID="{34917CC1-8654-4362-945A-3EA0A5C03D14}" presName="vert1" presStyleCnt="0"/>
      <dgm:spPr/>
    </dgm:pt>
    <dgm:pt modelId="{BF5A2D42-C301-4AAF-B97A-6A3C2274B4C5}" type="pres">
      <dgm:prSet presAssocID="{CB03B7FE-15B6-4BD5-9D0C-8EEC2E3C8145}" presName="thickLine" presStyleLbl="alignNode1" presStyleIdx="2" presStyleCnt="4"/>
      <dgm:spPr/>
    </dgm:pt>
    <dgm:pt modelId="{60FA5098-A777-4402-B239-CB74BC451B32}" type="pres">
      <dgm:prSet presAssocID="{CB03B7FE-15B6-4BD5-9D0C-8EEC2E3C8145}" presName="horz1" presStyleCnt="0"/>
      <dgm:spPr/>
    </dgm:pt>
    <dgm:pt modelId="{FB75FF60-EB1F-43D8-9779-1FFACD8C0E2A}" type="pres">
      <dgm:prSet presAssocID="{CB03B7FE-15B6-4BD5-9D0C-8EEC2E3C8145}" presName="tx1" presStyleLbl="revTx" presStyleIdx="2" presStyleCnt="4"/>
      <dgm:spPr/>
    </dgm:pt>
    <dgm:pt modelId="{50EF8A96-60B6-4E4D-B253-3CCE7FBDA48F}" type="pres">
      <dgm:prSet presAssocID="{CB03B7FE-15B6-4BD5-9D0C-8EEC2E3C8145}" presName="vert1" presStyleCnt="0"/>
      <dgm:spPr/>
    </dgm:pt>
    <dgm:pt modelId="{03DDBC86-2A2D-48A1-B04B-1C661FF0564D}" type="pres">
      <dgm:prSet presAssocID="{9BB445E9-498A-41B1-8BAC-D71394C5D347}" presName="thickLine" presStyleLbl="alignNode1" presStyleIdx="3" presStyleCnt="4"/>
      <dgm:spPr/>
    </dgm:pt>
    <dgm:pt modelId="{6E8E17A7-C41C-4C50-BAC6-334C541A019B}" type="pres">
      <dgm:prSet presAssocID="{9BB445E9-498A-41B1-8BAC-D71394C5D347}" presName="horz1" presStyleCnt="0"/>
      <dgm:spPr/>
    </dgm:pt>
    <dgm:pt modelId="{C5142924-C6B0-4134-A169-2B4301B203F2}" type="pres">
      <dgm:prSet presAssocID="{9BB445E9-498A-41B1-8BAC-D71394C5D347}" presName="tx1" presStyleLbl="revTx" presStyleIdx="3" presStyleCnt="4"/>
      <dgm:spPr/>
    </dgm:pt>
    <dgm:pt modelId="{0236A690-F1C3-40D8-BE4C-A16168C71FA3}" type="pres">
      <dgm:prSet presAssocID="{9BB445E9-498A-41B1-8BAC-D71394C5D347}" presName="vert1" presStyleCnt="0"/>
      <dgm:spPr/>
    </dgm:pt>
  </dgm:ptLst>
  <dgm:cxnLst>
    <dgm:cxn modelId="{1A274501-537A-4C20-B843-94A0EC39E609}" srcId="{A638BCB2-8AA2-4884-8EA2-8BA3A6271EEC}" destId="{9BB445E9-498A-41B1-8BAC-D71394C5D347}" srcOrd="3" destOrd="0" parTransId="{EBB0947C-17EE-4BA5-8476-282AB2077B76}" sibTransId="{B8BECE47-D70C-4782-8BC7-5E507CCB2213}"/>
    <dgm:cxn modelId="{FA0E4039-AE4A-41BF-B3E4-EC4086D1439E}" type="presOf" srcId="{C57BC0BE-7068-4F1C-85FD-6F602C2D44A7}" destId="{5F016440-73A9-4B4E-88F4-8A39704ECC9D}" srcOrd="0" destOrd="0" presId="urn:microsoft.com/office/officeart/2008/layout/LinedList"/>
    <dgm:cxn modelId="{228AEF5F-EA33-40E7-8AFD-6317B3E8B8FC}" type="presOf" srcId="{9BB445E9-498A-41B1-8BAC-D71394C5D347}" destId="{C5142924-C6B0-4134-A169-2B4301B203F2}" srcOrd="0" destOrd="0" presId="urn:microsoft.com/office/officeart/2008/layout/LinedList"/>
    <dgm:cxn modelId="{E6E79D73-4907-418E-9B24-E14036B35B91}" srcId="{A638BCB2-8AA2-4884-8EA2-8BA3A6271EEC}" destId="{CB03B7FE-15B6-4BD5-9D0C-8EEC2E3C8145}" srcOrd="2" destOrd="0" parTransId="{DC936DC9-A684-4577-85A5-E37486490C93}" sibTransId="{E6A68E42-ECB9-4AD0-9029-5F4CCBA32DE8}"/>
    <dgm:cxn modelId="{89F99758-EB92-4C1C-8472-0F2CDFB6BF9D}" type="presOf" srcId="{34917CC1-8654-4362-945A-3EA0A5C03D14}" destId="{45E2B98A-8ADD-41DA-B538-531EF2F8B37F}" srcOrd="0" destOrd="0" presId="urn:microsoft.com/office/officeart/2008/layout/LinedList"/>
    <dgm:cxn modelId="{D5334C83-D8E4-4E59-9775-A35C3AEE7DAE}" type="presOf" srcId="{A638BCB2-8AA2-4884-8EA2-8BA3A6271EEC}" destId="{55DF11D2-CDA3-4F9D-89D1-475BECE8DF84}" srcOrd="0" destOrd="0" presId="urn:microsoft.com/office/officeart/2008/layout/LinedList"/>
    <dgm:cxn modelId="{581582D9-B2EF-44CD-ADB7-77A64922850A}" srcId="{A638BCB2-8AA2-4884-8EA2-8BA3A6271EEC}" destId="{34917CC1-8654-4362-945A-3EA0A5C03D14}" srcOrd="1" destOrd="0" parTransId="{19B2CE36-6463-4498-A9BA-17D75B8B7A99}" sibTransId="{91069AE0-0458-46E6-8733-E822CDD0ABE9}"/>
    <dgm:cxn modelId="{C51E25E0-25BD-424A-8C9D-59078EA8C651}" srcId="{A638BCB2-8AA2-4884-8EA2-8BA3A6271EEC}" destId="{C57BC0BE-7068-4F1C-85FD-6F602C2D44A7}" srcOrd="0" destOrd="0" parTransId="{79DCD46F-21CE-40F4-8AA6-905B5C6B8594}" sibTransId="{AA8F39C7-0B1B-4879-8C44-685A8D4B0C02}"/>
    <dgm:cxn modelId="{1C2F8CF5-C852-4C30-BEA2-0944BAB5A167}" type="presOf" srcId="{CB03B7FE-15B6-4BD5-9D0C-8EEC2E3C8145}" destId="{FB75FF60-EB1F-43D8-9779-1FFACD8C0E2A}" srcOrd="0" destOrd="0" presId="urn:microsoft.com/office/officeart/2008/layout/LinedList"/>
    <dgm:cxn modelId="{3CABE02F-E5D5-4BFB-BFD8-B12C5D0DA052}" type="presParOf" srcId="{55DF11D2-CDA3-4F9D-89D1-475BECE8DF84}" destId="{2A1B42D2-5436-44AD-B905-3C7700777274}" srcOrd="0" destOrd="0" presId="urn:microsoft.com/office/officeart/2008/layout/LinedList"/>
    <dgm:cxn modelId="{535F146B-6A8F-493E-B74A-74312E942A82}" type="presParOf" srcId="{55DF11D2-CDA3-4F9D-89D1-475BECE8DF84}" destId="{F3AE4CA1-BFA3-49B4-902D-4592074D9E76}" srcOrd="1" destOrd="0" presId="urn:microsoft.com/office/officeart/2008/layout/LinedList"/>
    <dgm:cxn modelId="{CF53F8A6-2F75-419C-AFDF-FE09204120F9}" type="presParOf" srcId="{F3AE4CA1-BFA3-49B4-902D-4592074D9E76}" destId="{5F016440-73A9-4B4E-88F4-8A39704ECC9D}" srcOrd="0" destOrd="0" presId="urn:microsoft.com/office/officeart/2008/layout/LinedList"/>
    <dgm:cxn modelId="{53358C92-CC31-43C6-AE4B-6D5B4418AEFC}" type="presParOf" srcId="{F3AE4CA1-BFA3-49B4-902D-4592074D9E76}" destId="{270215C5-044B-499E-91D4-657A12EED6C7}" srcOrd="1" destOrd="0" presId="urn:microsoft.com/office/officeart/2008/layout/LinedList"/>
    <dgm:cxn modelId="{8DB67D87-D75A-4CA5-B93C-5656D80B28C6}" type="presParOf" srcId="{55DF11D2-CDA3-4F9D-89D1-475BECE8DF84}" destId="{F44B2C9E-3575-429A-B338-CBA66D718A9B}" srcOrd="2" destOrd="0" presId="urn:microsoft.com/office/officeart/2008/layout/LinedList"/>
    <dgm:cxn modelId="{46BC977D-8658-4A7C-9EB9-6395B2F5512A}" type="presParOf" srcId="{55DF11D2-CDA3-4F9D-89D1-475BECE8DF84}" destId="{17E2E8C1-11D0-4BDC-8A88-E19A04B8FBB8}" srcOrd="3" destOrd="0" presId="urn:microsoft.com/office/officeart/2008/layout/LinedList"/>
    <dgm:cxn modelId="{FEE15AF0-273B-4A0D-BB57-2312F3727C0C}" type="presParOf" srcId="{17E2E8C1-11D0-4BDC-8A88-E19A04B8FBB8}" destId="{45E2B98A-8ADD-41DA-B538-531EF2F8B37F}" srcOrd="0" destOrd="0" presId="urn:microsoft.com/office/officeart/2008/layout/LinedList"/>
    <dgm:cxn modelId="{FF7834D8-D876-49A4-AF6C-C4A8F7F12AED}" type="presParOf" srcId="{17E2E8C1-11D0-4BDC-8A88-E19A04B8FBB8}" destId="{F5832EFA-F0F3-4F23-80F2-6FD5BE9B529D}" srcOrd="1" destOrd="0" presId="urn:microsoft.com/office/officeart/2008/layout/LinedList"/>
    <dgm:cxn modelId="{7C12C9FA-ACA9-48B7-B7A9-ABD8F6C3C852}" type="presParOf" srcId="{55DF11D2-CDA3-4F9D-89D1-475BECE8DF84}" destId="{BF5A2D42-C301-4AAF-B97A-6A3C2274B4C5}" srcOrd="4" destOrd="0" presId="urn:microsoft.com/office/officeart/2008/layout/LinedList"/>
    <dgm:cxn modelId="{1228CA74-B3D8-43D1-84AD-9FA936873205}" type="presParOf" srcId="{55DF11D2-CDA3-4F9D-89D1-475BECE8DF84}" destId="{60FA5098-A777-4402-B239-CB74BC451B32}" srcOrd="5" destOrd="0" presId="urn:microsoft.com/office/officeart/2008/layout/LinedList"/>
    <dgm:cxn modelId="{CCF61DAE-9574-442A-947A-1F19F5A39642}" type="presParOf" srcId="{60FA5098-A777-4402-B239-CB74BC451B32}" destId="{FB75FF60-EB1F-43D8-9779-1FFACD8C0E2A}" srcOrd="0" destOrd="0" presId="urn:microsoft.com/office/officeart/2008/layout/LinedList"/>
    <dgm:cxn modelId="{F0A81D4A-8AEC-451C-BF55-9998BA099866}" type="presParOf" srcId="{60FA5098-A777-4402-B239-CB74BC451B32}" destId="{50EF8A96-60B6-4E4D-B253-3CCE7FBDA48F}" srcOrd="1" destOrd="0" presId="urn:microsoft.com/office/officeart/2008/layout/LinedList"/>
    <dgm:cxn modelId="{B46C9C39-A572-4348-A3A4-54803B76411D}" type="presParOf" srcId="{55DF11D2-CDA3-4F9D-89D1-475BECE8DF84}" destId="{03DDBC86-2A2D-48A1-B04B-1C661FF0564D}" srcOrd="6" destOrd="0" presId="urn:microsoft.com/office/officeart/2008/layout/LinedList"/>
    <dgm:cxn modelId="{F74B53C5-08D9-4D7D-A665-E3629EF9E871}" type="presParOf" srcId="{55DF11D2-CDA3-4F9D-89D1-475BECE8DF84}" destId="{6E8E17A7-C41C-4C50-BAC6-334C541A019B}" srcOrd="7" destOrd="0" presId="urn:microsoft.com/office/officeart/2008/layout/LinedList"/>
    <dgm:cxn modelId="{4A8DBC1F-14EE-4268-B3E0-8DCFEB70438D}" type="presParOf" srcId="{6E8E17A7-C41C-4C50-BAC6-334C541A019B}" destId="{C5142924-C6B0-4134-A169-2B4301B203F2}" srcOrd="0" destOrd="0" presId="urn:microsoft.com/office/officeart/2008/layout/LinedList"/>
    <dgm:cxn modelId="{6B3F68F6-26C4-4B33-BF07-C7C5B88085D7}" type="presParOf" srcId="{6E8E17A7-C41C-4C50-BAC6-334C541A019B}" destId="{0236A690-F1C3-40D8-BE4C-A16168C71FA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09547DE-AFDF-40A6-B23C-1D18F69318B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942F558-583A-4D4C-9463-44013AAAE808}">
      <dgm:prSet/>
      <dgm:spPr/>
      <dgm:t>
        <a:bodyPr/>
        <a:lstStyle/>
        <a:p>
          <a:r>
            <a:rPr lang="en-US"/>
            <a:t>Google ads brought strong traffic and high returns, especially in search campaigns.</a:t>
          </a:r>
        </a:p>
      </dgm:t>
    </dgm:pt>
    <dgm:pt modelId="{7460BA7D-E4BE-4D1F-B81A-D7EDFE4EB132}" type="parTrans" cxnId="{9BCB55AE-CC9B-46E9-9354-FA08A07F0515}">
      <dgm:prSet/>
      <dgm:spPr/>
      <dgm:t>
        <a:bodyPr/>
        <a:lstStyle/>
        <a:p>
          <a:endParaRPr lang="en-US"/>
        </a:p>
      </dgm:t>
    </dgm:pt>
    <dgm:pt modelId="{A7EFB8DC-E913-4C6D-8D7B-54AC79BFA9C0}" type="sibTrans" cxnId="{9BCB55AE-CC9B-46E9-9354-FA08A07F0515}">
      <dgm:prSet/>
      <dgm:spPr/>
      <dgm:t>
        <a:bodyPr/>
        <a:lstStyle/>
        <a:p>
          <a:endParaRPr lang="en-US"/>
        </a:p>
      </dgm:t>
    </dgm:pt>
    <dgm:pt modelId="{7919480F-0524-4654-8648-A6928978E79F}">
      <dgm:prSet/>
      <dgm:spPr/>
      <dgm:t>
        <a:bodyPr/>
        <a:lstStyle/>
        <a:p>
          <a:r>
            <a:rPr lang="en-US"/>
            <a:t>High CTR and conversion rate helped drive better ROI.</a:t>
          </a:r>
        </a:p>
      </dgm:t>
    </dgm:pt>
    <dgm:pt modelId="{F6B506A6-EEAC-4B34-B431-41927137C962}" type="parTrans" cxnId="{867D4E3E-D6CD-4C8B-A083-2BD3E38EDBBC}">
      <dgm:prSet/>
      <dgm:spPr/>
      <dgm:t>
        <a:bodyPr/>
        <a:lstStyle/>
        <a:p>
          <a:endParaRPr lang="en-US"/>
        </a:p>
      </dgm:t>
    </dgm:pt>
    <dgm:pt modelId="{F446351A-43C9-47F1-8DA0-6B0512171607}" type="sibTrans" cxnId="{867D4E3E-D6CD-4C8B-A083-2BD3E38EDBBC}">
      <dgm:prSet/>
      <dgm:spPr/>
      <dgm:t>
        <a:bodyPr/>
        <a:lstStyle/>
        <a:p>
          <a:endParaRPr lang="en-US"/>
        </a:p>
      </dgm:t>
    </dgm:pt>
    <dgm:pt modelId="{0D105F46-2DCF-4316-926A-84EFF9C181A8}">
      <dgm:prSet/>
      <dgm:spPr/>
      <dgm:t>
        <a:bodyPr/>
        <a:lstStyle/>
        <a:p>
          <a:r>
            <a:rPr lang="en-US"/>
            <a:t>Retargeting, keyword optimization, and landing page quality made a big difference.</a:t>
          </a:r>
        </a:p>
      </dgm:t>
    </dgm:pt>
    <dgm:pt modelId="{3A0D761B-D505-4A90-A9F4-5AC6896FEE13}" type="parTrans" cxnId="{3627AF03-4F6C-4881-A651-9A29E395ECCD}">
      <dgm:prSet/>
      <dgm:spPr/>
      <dgm:t>
        <a:bodyPr/>
        <a:lstStyle/>
        <a:p>
          <a:endParaRPr lang="en-US"/>
        </a:p>
      </dgm:t>
    </dgm:pt>
    <dgm:pt modelId="{A9DD1F83-1BBF-4DE5-9B6C-7B87116101A8}" type="sibTrans" cxnId="{3627AF03-4F6C-4881-A651-9A29E395ECCD}">
      <dgm:prSet/>
      <dgm:spPr/>
      <dgm:t>
        <a:bodyPr/>
        <a:lstStyle/>
        <a:p>
          <a:endParaRPr lang="en-US"/>
        </a:p>
      </dgm:t>
    </dgm:pt>
    <dgm:pt modelId="{98E3483C-7B83-4D87-8243-4664CA8275C4}">
      <dgm:prSet/>
      <dgm:spPr/>
      <dgm:t>
        <a:bodyPr/>
        <a:lstStyle/>
        <a:p>
          <a:r>
            <a:rPr lang="en-US"/>
            <a:t>Suggestion: Continue with keyword-based ads, use smart bidding, and keep testing.</a:t>
          </a:r>
        </a:p>
      </dgm:t>
    </dgm:pt>
    <dgm:pt modelId="{C3B04EE1-491E-49A6-9F50-AD956AA5FDF6}" type="parTrans" cxnId="{9FC6970B-070F-47C5-A3CB-DC14AE5D886D}">
      <dgm:prSet/>
      <dgm:spPr/>
      <dgm:t>
        <a:bodyPr/>
        <a:lstStyle/>
        <a:p>
          <a:endParaRPr lang="en-US"/>
        </a:p>
      </dgm:t>
    </dgm:pt>
    <dgm:pt modelId="{1DBFA236-2D7D-4CB0-B4CA-22E5D876EEB3}" type="sibTrans" cxnId="{9FC6970B-070F-47C5-A3CB-DC14AE5D886D}">
      <dgm:prSet/>
      <dgm:spPr/>
      <dgm:t>
        <a:bodyPr/>
        <a:lstStyle/>
        <a:p>
          <a:endParaRPr lang="en-US"/>
        </a:p>
      </dgm:t>
    </dgm:pt>
    <dgm:pt modelId="{51D1B12B-5FE8-4B57-B0F1-BEC69D3EE64C}" type="pres">
      <dgm:prSet presAssocID="{809547DE-AFDF-40A6-B23C-1D18F69318BD}" presName="root" presStyleCnt="0">
        <dgm:presLayoutVars>
          <dgm:dir/>
          <dgm:resizeHandles val="exact"/>
        </dgm:presLayoutVars>
      </dgm:prSet>
      <dgm:spPr/>
    </dgm:pt>
    <dgm:pt modelId="{7BF12A4F-8A9A-4EE5-B5B5-9AABA704B6EC}" type="pres">
      <dgm:prSet presAssocID="{1942F558-583A-4D4C-9463-44013AAAE808}" presName="compNode" presStyleCnt="0"/>
      <dgm:spPr/>
    </dgm:pt>
    <dgm:pt modelId="{901A4C45-3703-47BE-8261-5C392528B2E9}" type="pres">
      <dgm:prSet presAssocID="{1942F558-583A-4D4C-9463-44013AAAE808}" presName="bgRect" presStyleLbl="bgShp" presStyleIdx="0" presStyleCnt="4"/>
      <dgm:spPr/>
    </dgm:pt>
    <dgm:pt modelId="{DD3131B4-D173-42D8-A008-949236980A82}" type="pres">
      <dgm:prSet presAssocID="{1942F558-583A-4D4C-9463-44013AAAE80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20293C66-A4CE-4285-9A7C-5CCC626C6B64}" type="pres">
      <dgm:prSet presAssocID="{1942F558-583A-4D4C-9463-44013AAAE808}" presName="spaceRect" presStyleCnt="0"/>
      <dgm:spPr/>
    </dgm:pt>
    <dgm:pt modelId="{E76E1B48-7ECA-416C-BE60-B8B2CEC9C80A}" type="pres">
      <dgm:prSet presAssocID="{1942F558-583A-4D4C-9463-44013AAAE808}" presName="parTx" presStyleLbl="revTx" presStyleIdx="0" presStyleCnt="4">
        <dgm:presLayoutVars>
          <dgm:chMax val="0"/>
          <dgm:chPref val="0"/>
        </dgm:presLayoutVars>
      </dgm:prSet>
      <dgm:spPr/>
    </dgm:pt>
    <dgm:pt modelId="{AB12DB8A-F191-47C3-8B27-D5F7D920A4AA}" type="pres">
      <dgm:prSet presAssocID="{A7EFB8DC-E913-4C6D-8D7B-54AC79BFA9C0}" presName="sibTrans" presStyleCnt="0"/>
      <dgm:spPr/>
    </dgm:pt>
    <dgm:pt modelId="{BE297D7F-6BD5-4D2D-8BA1-FED0CD0D93EB}" type="pres">
      <dgm:prSet presAssocID="{7919480F-0524-4654-8648-A6928978E79F}" presName="compNode" presStyleCnt="0"/>
      <dgm:spPr/>
    </dgm:pt>
    <dgm:pt modelId="{CD0A6279-3F7F-4833-95DB-0AEF4C87FF23}" type="pres">
      <dgm:prSet presAssocID="{7919480F-0524-4654-8648-A6928978E79F}" presName="bgRect" presStyleLbl="bgShp" presStyleIdx="1" presStyleCnt="4"/>
      <dgm:spPr/>
    </dgm:pt>
    <dgm:pt modelId="{C73AC766-FF07-4808-B3F7-D3BBF91E99CC}" type="pres">
      <dgm:prSet presAssocID="{7919480F-0524-4654-8648-A6928978E79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E0D6AB9-5484-4B0C-9897-58382943CCB7}" type="pres">
      <dgm:prSet presAssocID="{7919480F-0524-4654-8648-A6928978E79F}" presName="spaceRect" presStyleCnt="0"/>
      <dgm:spPr/>
    </dgm:pt>
    <dgm:pt modelId="{FEF35E51-12F8-447A-BB1F-ED4B62A097EB}" type="pres">
      <dgm:prSet presAssocID="{7919480F-0524-4654-8648-A6928978E79F}" presName="parTx" presStyleLbl="revTx" presStyleIdx="1" presStyleCnt="4">
        <dgm:presLayoutVars>
          <dgm:chMax val="0"/>
          <dgm:chPref val="0"/>
        </dgm:presLayoutVars>
      </dgm:prSet>
      <dgm:spPr/>
    </dgm:pt>
    <dgm:pt modelId="{3B566FFE-1615-4F28-8F54-A5D4C5C250F2}" type="pres">
      <dgm:prSet presAssocID="{F446351A-43C9-47F1-8DA0-6B0512171607}" presName="sibTrans" presStyleCnt="0"/>
      <dgm:spPr/>
    </dgm:pt>
    <dgm:pt modelId="{B8D894C1-A461-4DE7-B0E3-FB16F97F1825}" type="pres">
      <dgm:prSet presAssocID="{0D105F46-2DCF-4316-926A-84EFF9C181A8}" presName="compNode" presStyleCnt="0"/>
      <dgm:spPr/>
    </dgm:pt>
    <dgm:pt modelId="{5F8DE149-894F-4701-9CD0-00FBCCB7E441}" type="pres">
      <dgm:prSet presAssocID="{0D105F46-2DCF-4316-926A-84EFF9C181A8}" presName="bgRect" presStyleLbl="bgShp" presStyleIdx="2" presStyleCnt="4"/>
      <dgm:spPr/>
    </dgm:pt>
    <dgm:pt modelId="{CFB42E31-12F5-44C3-A46D-C921882159A3}" type="pres">
      <dgm:prSet presAssocID="{0D105F46-2DCF-4316-926A-84EFF9C181A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CAB7E850-AAE2-4098-BCF3-022071D5B183}" type="pres">
      <dgm:prSet presAssocID="{0D105F46-2DCF-4316-926A-84EFF9C181A8}" presName="spaceRect" presStyleCnt="0"/>
      <dgm:spPr/>
    </dgm:pt>
    <dgm:pt modelId="{24294B66-7634-4CAC-96E7-F067D6217B58}" type="pres">
      <dgm:prSet presAssocID="{0D105F46-2DCF-4316-926A-84EFF9C181A8}" presName="parTx" presStyleLbl="revTx" presStyleIdx="2" presStyleCnt="4">
        <dgm:presLayoutVars>
          <dgm:chMax val="0"/>
          <dgm:chPref val="0"/>
        </dgm:presLayoutVars>
      </dgm:prSet>
      <dgm:spPr/>
    </dgm:pt>
    <dgm:pt modelId="{6DE5CA44-CF09-40AD-8921-5A3B963C456C}" type="pres">
      <dgm:prSet presAssocID="{A9DD1F83-1BBF-4DE5-9B6C-7B87116101A8}" presName="sibTrans" presStyleCnt="0"/>
      <dgm:spPr/>
    </dgm:pt>
    <dgm:pt modelId="{BCE8FA09-1473-4C8D-BE33-8D7EB8553C3A}" type="pres">
      <dgm:prSet presAssocID="{98E3483C-7B83-4D87-8243-4664CA8275C4}" presName="compNode" presStyleCnt="0"/>
      <dgm:spPr/>
    </dgm:pt>
    <dgm:pt modelId="{6F133E4E-EE90-4396-A6E8-8EDF402FE68A}" type="pres">
      <dgm:prSet presAssocID="{98E3483C-7B83-4D87-8243-4664CA8275C4}" presName="bgRect" presStyleLbl="bgShp" presStyleIdx="3" presStyleCnt="4"/>
      <dgm:spPr/>
    </dgm:pt>
    <dgm:pt modelId="{83F43EFA-2727-45EB-B646-7603944597C5}" type="pres">
      <dgm:prSet presAssocID="{98E3483C-7B83-4D87-8243-4664CA8275C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"/>
        </a:ext>
      </dgm:extLst>
    </dgm:pt>
    <dgm:pt modelId="{900CF0F3-8378-4EBD-A2ED-37D9B861BE17}" type="pres">
      <dgm:prSet presAssocID="{98E3483C-7B83-4D87-8243-4664CA8275C4}" presName="spaceRect" presStyleCnt="0"/>
      <dgm:spPr/>
    </dgm:pt>
    <dgm:pt modelId="{896584CA-F0E9-499B-BE18-6A3B4F6E04D6}" type="pres">
      <dgm:prSet presAssocID="{98E3483C-7B83-4D87-8243-4664CA8275C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627AF03-4F6C-4881-A651-9A29E395ECCD}" srcId="{809547DE-AFDF-40A6-B23C-1D18F69318BD}" destId="{0D105F46-2DCF-4316-926A-84EFF9C181A8}" srcOrd="2" destOrd="0" parTransId="{3A0D761B-D505-4A90-A9F4-5AC6896FEE13}" sibTransId="{A9DD1F83-1BBF-4DE5-9B6C-7B87116101A8}"/>
    <dgm:cxn modelId="{9FC6970B-070F-47C5-A3CB-DC14AE5D886D}" srcId="{809547DE-AFDF-40A6-B23C-1D18F69318BD}" destId="{98E3483C-7B83-4D87-8243-4664CA8275C4}" srcOrd="3" destOrd="0" parTransId="{C3B04EE1-491E-49A6-9F50-AD956AA5FDF6}" sibTransId="{1DBFA236-2D7D-4CB0-B4CA-22E5D876EEB3}"/>
    <dgm:cxn modelId="{867D4E3E-D6CD-4C8B-A083-2BD3E38EDBBC}" srcId="{809547DE-AFDF-40A6-B23C-1D18F69318BD}" destId="{7919480F-0524-4654-8648-A6928978E79F}" srcOrd="1" destOrd="0" parTransId="{F6B506A6-EEAC-4B34-B431-41927137C962}" sibTransId="{F446351A-43C9-47F1-8DA0-6B0512171607}"/>
    <dgm:cxn modelId="{7474735C-6FAA-416F-9432-46B7A7C0E283}" type="presOf" srcId="{0D105F46-2DCF-4316-926A-84EFF9C181A8}" destId="{24294B66-7634-4CAC-96E7-F067D6217B58}" srcOrd="0" destOrd="0" presId="urn:microsoft.com/office/officeart/2018/2/layout/IconVerticalSolidList"/>
    <dgm:cxn modelId="{3D44F74E-0D03-414B-9BBE-FE7BB9956191}" type="presOf" srcId="{7919480F-0524-4654-8648-A6928978E79F}" destId="{FEF35E51-12F8-447A-BB1F-ED4B62A097EB}" srcOrd="0" destOrd="0" presId="urn:microsoft.com/office/officeart/2018/2/layout/IconVerticalSolidList"/>
    <dgm:cxn modelId="{9CF9156F-58AC-4C78-94E3-13097986F78A}" type="presOf" srcId="{1942F558-583A-4D4C-9463-44013AAAE808}" destId="{E76E1B48-7ECA-416C-BE60-B8B2CEC9C80A}" srcOrd="0" destOrd="0" presId="urn:microsoft.com/office/officeart/2018/2/layout/IconVerticalSolidList"/>
    <dgm:cxn modelId="{9BCB55AE-CC9B-46E9-9354-FA08A07F0515}" srcId="{809547DE-AFDF-40A6-B23C-1D18F69318BD}" destId="{1942F558-583A-4D4C-9463-44013AAAE808}" srcOrd="0" destOrd="0" parTransId="{7460BA7D-E4BE-4D1F-B81A-D7EDFE4EB132}" sibTransId="{A7EFB8DC-E913-4C6D-8D7B-54AC79BFA9C0}"/>
    <dgm:cxn modelId="{3F2AF1D9-DEB4-41F0-99B4-F6BF014D0E52}" type="presOf" srcId="{809547DE-AFDF-40A6-B23C-1D18F69318BD}" destId="{51D1B12B-5FE8-4B57-B0F1-BEC69D3EE64C}" srcOrd="0" destOrd="0" presId="urn:microsoft.com/office/officeart/2018/2/layout/IconVerticalSolidList"/>
    <dgm:cxn modelId="{E03078E0-416F-41D3-B632-48F0645D6009}" type="presOf" srcId="{98E3483C-7B83-4D87-8243-4664CA8275C4}" destId="{896584CA-F0E9-499B-BE18-6A3B4F6E04D6}" srcOrd="0" destOrd="0" presId="urn:microsoft.com/office/officeart/2018/2/layout/IconVerticalSolidList"/>
    <dgm:cxn modelId="{83DD8E90-D4CA-45D2-B5B9-3A0F329E7A9B}" type="presParOf" srcId="{51D1B12B-5FE8-4B57-B0F1-BEC69D3EE64C}" destId="{7BF12A4F-8A9A-4EE5-B5B5-9AABA704B6EC}" srcOrd="0" destOrd="0" presId="urn:microsoft.com/office/officeart/2018/2/layout/IconVerticalSolidList"/>
    <dgm:cxn modelId="{24866DAF-3533-4F1D-9DBD-130D5276A7BB}" type="presParOf" srcId="{7BF12A4F-8A9A-4EE5-B5B5-9AABA704B6EC}" destId="{901A4C45-3703-47BE-8261-5C392528B2E9}" srcOrd="0" destOrd="0" presId="urn:microsoft.com/office/officeart/2018/2/layout/IconVerticalSolidList"/>
    <dgm:cxn modelId="{2228C119-3EB5-4C09-BFD6-E02E026353EF}" type="presParOf" srcId="{7BF12A4F-8A9A-4EE5-B5B5-9AABA704B6EC}" destId="{DD3131B4-D173-42D8-A008-949236980A82}" srcOrd="1" destOrd="0" presId="urn:microsoft.com/office/officeart/2018/2/layout/IconVerticalSolidList"/>
    <dgm:cxn modelId="{29D31B53-0C98-4BC0-AD9B-1D3735B17864}" type="presParOf" srcId="{7BF12A4F-8A9A-4EE5-B5B5-9AABA704B6EC}" destId="{20293C66-A4CE-4285-9A7C-5CCC626C6B64}" srcOrd="2" destOrd="0" presId="urn:microsoft.com/office/officeart/2018/2/layout/IconVerticalSolidList"/>
    <dgm:cxn modelId="{74293F7A-7DF5-4EB3-A64C-12EB59153725}" type="presParOf" srcId="{7BF12A4F-8A9A-4EE5-B5B5-9AABA704B6EC}" destId="{E76E1B48-7ECA-416C-BE60-B8B2CEC9C80A}" srcOrd="3" destOrd="0" presId="urn:microsoft.com/office/officeart/2018/2/layout/IconVerticalSolidList"/>
    <dgm:cxn modelId="{1D3C564A-1B4A-4E56-8B25-56D64D6A625B}" type="presParOf" srcId="{51D1B12B-5FE8-4B57-B0F1-BEC69D3EE64C}" destId="{AB12DB8A-F191-47C3-8B27-D5F7D920A4AA}" srcOrd="1" destOrd="0" presId="urn:microsoft.com/office/officeart/2018/2/layout/IconVerticalSolidList"/>
    <dgm:cxn modelId="{D8F16A30-A7A3-4357-8082-6568CDA1DB89}" type="presParOf" srcId="{51D1B12B-5FE8-4B57-B0F1-BEC69D3EE64C}" destId="{BE297D7F-6BD5-4D2D-8BA1-FED0CD0D93EB}" srcOrd="2" destOrd="0" presId="urn:microsoft.com/office/officeart/2018/2/layout/IconVerticalSolidList"/>
    <dgm:cxn modelId="{11F87323-4053-44BF-824C-737879BBA38A}" type="presParOf" srcId="{BE297D7F-6BD5-4D2D-8BA1-FED0CD0D93EB}" destId="{CD0A6279-3F7F-4833-95DB-0AEF4C87FF23}" srcOrd="0" destOrd="0" presId="urn:microsoft.com/office/officeart/2018/2/layout/IconVerticalSolidList"/>
    <dgm:cxn modelId="{3085C6F9-EEBB-4C93-AED7-FCAC9CDDDD4B}" type="presParOf" srcId="{BE297D7F-6BD5-4D2D-8BA1-FED0CD0D93EB}" destId="{C73AC766-FF07-4808-B3F7-D3BBF91E99CC}" srcOrd="1" destOrd="0" presId="urn:microsoft.com/office/officeart/2018/2/layout/IconVerticalSolidList"/>
    <dgm:cxn modelId="{C6902B39-2925-4CB6-9D50-5ED1E3FD585D}" type="presParOf" srcId="{BE297D7F-6BD5-4D2D-8BA1-FED0CD0D93EB}" destId="{FE0D6AB9-5484-4B0C-9897-58382943CCB7}" srcOrd="2" destOrd="0" presId="urn:microsoft.com/office/officeart/2018/2/layout/IconVerticalSolidList"/>
    <dgm:cxn modelId="{CF59AE36-BF70-4A41-898C-60DD4BDE5DA4}" type="presParOf" srcId="{BE297D7F-6BD5-4D2D-8BA1-FED0CD0D93EB}" destId="{FEF35E51-12F8-447A-BB1F-ED4B62A097EB}" srcOrd="3" destOrd="0" presId="urn:microsoft.com/office/officeart/2018/2/layout/IconVerticalSolidList"/>
    <dgm:cxn modelId="{3FBDEFA3-628E-4709-A3D5-D3B11959DDD4}" type="presParOf" srcId="{51D1B12B-5FE8-4B57-B0F1-BEC69D3EE64C}" destId="{3B566FFE-1615-4F28-8F54-A5D4C5C250F2}" srcOrd="3" destOrd="0" presId="urn:microsoft.com/office/officeart/2018/2/layout/IconVerticalSolidList"/>
    <dgm:cxn modelId="{D633F6D8-EA92-4AD9-9CB2-BB2975CA5C29}" type="presParOf" srcId="{51D1B12B-5FE8-4B57-B0F1-BEC69D3EE64C}" destId="{B8D894C1-A461-4DE7-B0E3-FB16F97F1825}" srcOrd="4" destOrd="0" presId="urn:microsoft.com/office/officeart/2018/2/layout/IconVerticalSolidList"/>
    <dgm:cxn modelId="{257E3545-3055-4E47-A9B6-EF7AA0B1DEBA}" type="presParOf" srcId="{B8D894C1-A461-4DE7-B0E3-FB16F97F1825}" destId="{5F8DE149-894F-4701-9CD0-00FBCCB7E441}" srcOrd="0" destOrd="0" presId="urn:microsoft.com/office/officeart/2018/2/layout/IconVerticalSolidList"/>
    <dgm:cxn modelId="{6454C408-5812-406C-894D-5D5D0274EBFB}" type="presParOf" srcId="{B8D894C1-A461-4DE7-B0E3-FB16F97F1825}" destId="{CFB42E31-12F5-44C3-A46D-C921882159A3}" srcOrd="1" destOrd="0" presId="urn:microsoft.com/office/officeart/2018/2/layout/IconVerticalSolidList"/>
    <dgm:cxn modelId="{32D1B9A0-C97E-4D1B-B7CC-340AE86B7850}" type="presParOf" srcId="{B8D894C1-A461-4DE7-B0E3-FB16F97F1825}" destId="{CAB7E850-AAE2-4098-BCF3-022071D5B183}" srcOrd="2" destOrd="0" presId="urn:microsoft.com/office/officeart/2018/2/layout/IconVerticalSolidList"/>
    <dgm:cxn modelId="{BE8B0054-1ED4-48D3-AC1F-D217E722D1F1}" type="presParOf" srcId="{B8D894C1-A461-4DE7-B0E3-FB16F97F1825}" destId="{24294B66-7634-4CAC-96E7-F067D6217B58}" srcOrd="3" destOrd="0" presId="urn:microsoft.com/office/officeart/2018/2/layout/IconVerticalSolidList"/>
    <dgm:cxn modelId="{4E6EFDB7-5DAF-4B0E-B16B-4FDB83404C25}" type="presParOf" srcId="{51D1B12B-5FE8-4B57-B0F1-BEC69D3EE64C}" destId="{6DE5CA44-CF09-40AD-8921-5A3B963C456C}" srcOrd="5" destOrd="0" presId="urn:microsoft.com/office/officeart/2018/2/layout/IconVerticalSolidList"/>
    <dgm:cxn modelId="{2AD123E7-51C1-41FE-BBB3-269BB17EF40D}" type="presParOf" srcId="{51D1B12B-5FE8-4B57-B0F1-BEC69D3EE64C}" destId="{BCE8FA09-1473-4C8D-BE33-8D7EB8553C3A}" srcOrd="6" destOrd="0" presId="urn:microsoft.com/office/officeart/2018/2/layout/IconVerticalSolidList"/>
    <dgm:cxn modelId="{004F35F7-1F30-4C6B-9725-3FC1BDF8928A}" type="presParOf" srcId="{BCE8FA09-1473-4C8D-BE33-8D7EB8553C3A}" destId="{6F133E4E-EE90-4396-A6E8-8EDF402FE68A}" srcOrd="0" destOrd="0" presId="urn:microsoft.com/office/officeart/2018/2/layout/IconVerticalSolidList"/>
    <dgm:cxn modelId="{950D4FD5-F845-4694-8882-9EED4A4E8F54}" type="presParOf" srcId="{BCE8FA09-1473-4C8D-BE33-8D7EB8553C3A}" destId="{83F43EFA-2727-45EB-B646-7603944597C5}" srcOrd="1" destOrd="0" presId="urn:microsoft.com/office/officeart/2018/2/layout/IconVerticalSolidList"/>
    <dgm:cxn modelId="{3008C677-3879-4F54-80B2-9B2FEEA14556}" type="presParOf" srcId="{BCE8FA09-1473-4C8D-BE33-8D7EB8553C3A}" destId="{900CF0F3-8378-4EBD-A2ED-37D9B861BE17}" srcOrd="2" destOrd="0" presId="urn:microsoft.com/office/officeart/2018/2/layout/IconVerticalSolidList"/>
    <dgm:cxn modelId="{9B3DFFB0-DB9F-44B3-9120-4A89FE0C42A8}" type="presParOf" srcId="{BCE8FA09-1473-4C8D-BE33-8D7EB8553C3A}" destId="{896584CA-F0E9-499B-BE18-6A3B4F6E04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E14F2A1-A6F3-4987-AB50-95EF4C930EE6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6D2EB6-85DF-426C-94A0-F9859118B72B}">
      <dgm:prSet/>
      <dgm:spPr/>
      <dgm:t>
        <a:bodyPr/>
        <a:lstStyle/>
        <a:p>
          <a:r>
            <a:rPr lang="en-US" dirty="0"/>
            <a:t>Both platforms provide valuable reach and outcomes when used strategically.</a:t>
          </a:r>
        </a:p>
      </dgm:t>
    </dgm:pt>
    <dgm:pt modelId="{92472AF1-5300-40E6-AFD8-52D2DFE03F5B}" type="parTrans" cxnId="{855E1D6F-E8E5-4A54-839C-CBDA6E42D486}">
      <dgm:prSet/>
      <dgm:spPr/>
      <dgm:t>
        <a:bodyPr/>
        <a:lstStyle/>
        <a:p>
          <a:endParaRPr lang="en-US"/>
        </a:p>
      </dgm:t>
    </dgm:pt>
    <dgm:pt modelId="{FD9F8357-C959-4B49-9C1F-98CD6352463F}" type="sibTrans" cxnId="{855E1D6F-E8E5-4A54-839C-CBDA6E42D486}">
      <dgm:prSet/>
      <dgm:spPr/>
      <dgm:t>
        <a:bodyPr/>
        <a:lstStyle/>
        <a:p>
          <a:endParaRPr lang="en-US"/>
        </a:p>
      </dgm:t>
    </dgm:pt>
    <dgm:pt modelId="{3762F958-765B-445F-AA19-DE789E0265DA}">
      <dgm:prSet/>
      <dgm:spPr/>
      <dgm:t>
        <a:bodyPr/>
        <a:lstStyle/>
        <a:p>
          <a:r>
            <a:rPr lang="en-US" dirty="0"/>
            <a:t>Facebook is good for reach and awareness; performance improves with better targeting whereas Google is highly effective for conversions and return on investment.</a:t>
          </a:r>
        </a:p>
      </dgm:t>
    </dgm:pt>
    <dgm:pt modelId="{7BAE2C75-046A-4E00-95DF-D609659A11AE}" type="parTrans" cxnId="{9F5742B3-6B83-49BB-B1D7-F362DCCC135B}">
      <dgm:prSet/>
      <dgm:spPr/>
      <dgm:t>
        <a:bodyPr/>
        <a:lstStyle/>
        <a:p>
          <a:endParaRPr lang="en-US"/>
        </a:p>
      </dgm:t>
    </dgm:pt>
    <dgm:pt modelId="{2627C2EE-7CB5-46A3-BC03-B1E626C1F8E5}" type="sibTrans" cxnId="{9F5742B3-6B83-49BB-B1D7-F362DCCC135B}">
      <dgm:prSet/>
      <dgm:spPr/>
      <dgm:t>
        <a:bodyPr/>
        <a:lstStyle/>
        <a:p>
          <a:endParaRPr lang="en-US"/>
        </a:p>
      </dgm:t>
    </dgm:pt>
    <dgm:pt modelId="{21CDE8CD-E004-430E-966A-AA0D9FDC26C8}">
      <dgm:prSet/>
      <dgm:spPr/>
      <dgm:t>
        <a:bodyPr/>
        <a:lstStyle/>
        <a:p>
          <a:r>
            <a:rPr lang="en-US" dirty="0"/>
            <a:t>Continued data-driven optimization of campaign structure, creatives, and audience segmentation will maximize ROI.</a:t>
          </a:r>
        </a:p>
      </dgm:t>
    </dgm:pt>
    <dgm:pt modelId="{580809A5-42D5-4160-A5CE-5CF47B63C146}" type="parTrans" cxnId="{45D5FFBC-508B-40CF-8A1F-EB346CF8E8D8}">
      <dgm:prSet/>
      <dgm:spPr/>
      <dgm:t>
        <a:bodyPr/>
        <a:lstStyle/>
        <a:p>
          <a:endParaRPr lang="en-US"/>
        </a:p>
      </dgm:t>
    </dgm:pt>
    <dgm:pt modelId="{658A536D-78D4-41DC-8FA4-0BBFD1260936}" type="sibTrans" cxnId="{45D5FFBC-508B-40CF-8A1F-EB346CF8E8D8}">
      <dgm:prSet/>
      <dgm:spPr/>
      <dgm:t>
        <a:bodyPr/>
        <a:lstStyle/>
        <a:p>
          <a:endParaRPr lang="en-US"/>
        </a:p>
      </dgm:t>
    </dgm:pt>
    <dgm:pt modelId="{43F6B60B-AD82-44D9-BFC0-7272546355D9}">
      <dgm:prSet/>
      <dgm:spPr/>
      <dgm:t>
        <a:bodyPr/>
        <a:lstStyle/>
        <a:p>
          <a:r>
            <a:rPr lang="en-US" dirty="0"/>
            <a:t>Regular performance audits and testing should guide future strategy and investment decisions.</a:t>
          </a:r>
        </a:p>
      </dgm:t>
    </dgm:pt>
    <dgm:pt modelId="{81FF3177-32A3-46E6-8120-D2F34C2D7C15}" type="parTrans" cxnId="{9A8F7A09-1DD3-4873-83E7-BAE86CC08A52}">
      <dgm:prSet/>
      <dgm:spPr/>
      <dgm:t>
        <a:bodyPr/>
        <a:lstStyle/>
        <a:p>
          <a:endParaRPr lang="en-US"/>
        </a:p>
      </dgm:t>
    </dgm:pt>
    <dgm:pt modelId="{FB97B5FD-A9A7-4A32-83F2-B4C22945CFF2}" type="sibTrans" cxnId="{9A8F7A09-1DD3-4873-83E7-BAE86CC08A52}">
      <dgm:prSet/>
      <dgm:spPr/>
      <dgm:t>
        <a:bodyPr/>
        <a:lstStyle/>
        <a:p>
          <a:endParaRPr lang="en-US"/>
        </a:p>
      </dgm:t>
    </dgm:pt>
    <dgm:pt modelId="{AA18AA8C-4265-4FF9-8D34-26DDB96EBEAB}" type="pres">
      <dgm:prSet presAssocID="{9E14F2A1-A6F3-4987-AB50-95EF4C930EE6}" presName="vert0" presStyleCnt="0">
        <dgm:presLayoutVars>
          <dgm:dir/>
          <dgm:animOne val="branch"/>
          <dgm:animLvl val="lvl"/>
        </dgm:presLayoutVars>
      </dgm:prSet>
      <dgm:spPr/>
    </dgm:pt>
    <dgm:pt modelId="{50E9A0B9-5F23-4E84-ABA4-5A96FD4B9D0B}" type="pres">
      <dgm:prSet presAssocID="{B16D2EB6-85DF-426C-94A0-F9859118B72B}" presName="thickLine" presStyleLbl="alignNode1" presStyleIdx="0" presStyleCnt="4"/>
      <dgm:spPr/>
    </dgm:pt>
    <dgm:pt modelId="{088DDB18-38C4-40D2-8BD5-8768C12EE542}" type="pres">
      <dgm:prSet presAssocID="{B16D2EB6-85DF-426C-94A0-F9859118B72B}" presName="horz1" presStyleCnt="0"/>
      <dgm:spPr/>
    </dgm:pt>
    <dgm:pt modelId="{778C1919-10D3-4E9A-923A-A44B8AC11F11}" type="pres">
      <dgm:prSet presAssocID="{B16D2EB6-85DF-426C-94A0-F9859118B72B}" presName="tx1" presStyleLbl="revTx" presStyleIdx="0" presStyleCnt="4"/>
      <dgm:spPr/>
    </dgm:pt>
    <dgm:pt modelId="{BCE45643-F49C-4638-8D46-C46FD3DADDBA}" type="pres">
      <dgm:prSet presAssocID="{B16D2EB6-85DF-426C-94A0-F9859118B72B}" presName="vert1" presStyleCnt="0"/>
      <dgm:spPr/>
    </dgm:pt>
    <dgm:pt modelId="{854FA9CF-A492-4FA7-BC4A-A2D99CAD8556}" type="pres">
      <dgm:prSet presAssocID="{3762F958-765B-445F-AA19-DE789E0265DA}" presName="thickLine" presStyleLbl="alignNode1" presStyleIdx="1" presStyleCnt="4"/>
      <dgm:spPr/>
    </dgm:pt>
    <dgm:pt modelId="{DEDBBA47-9415-441F-86A9-0E7D43FB2F60}" type="pres">
      <dgm:prSet presAssocID="{3762F958-765B-445F-AA19-DE789E0265DA}" presName="horz1" presStyleCnt="0"/>
      <dgm:spPr/>
    </dgm:pt>
    <dgm:pt modelId="{683F855C-29DE-417A-AE40-48230FE48676}" type="pres">
      <dgm:prSet presAssocID="{3762F958-765B-445F-AA19-DE789E0265DA}" presName="tx1" presStyleLbl="revTx" presStyleIdx="1" presStyleCnt="4"/>
      <dgm:spPr/>
    </dgm:pt>
    <dgm:pt modelId="{C6D2FB68-2DEA-474A-A9CF-853BF59E042F}" type="pres">
      <dgm:prSet presAssocID="{3762F958-765B-445F-AA19-DE789E0265DA}" presName="vert1" presStyleCnt="0"/>
      <dgm:spPr/>
    </dgm:pt>
    <dgm:pt modelId="{BE976097-C9F2-45BA-8729-A000FA5C1DCB}" type="pres">
      <dgm:prSet presAssocID="{21CDE8CD-E004-430E-966A-AA0D9FDC26C8}" presName="thickLine" presStyleLbl="alignNode1" presStyleIdx="2" presStyleCnt="4"/>
      <dgm:spPr/>
    </dgm:pt>
    <dgm:pt modelId="{8947D914-96DA-4CEE-929E-BD42A3B098FF}" type="pres">
      <dgm:prSet presAssocID="{21CDE8CD-E004-430E-966A-AA0D9FDC26C8}" presName="horz1" presStyleCnt="0"/>
      <dgm:spPr/>
    </dgm:pt>
    <dgm:pt modelId="{43E46BFA-6335-4A7A-BA5B-66B6DC488139}" type="pres">
      <dgm:prSet presAssocID="{21CDE8CD-E004-430E-966A-AA0D9FDC26C8}" presName="tx1" presStyleLbl="revTx" presStyleIdx="2" presStyleCnt="4"/>
      <dgm:spPr/>
    </dgm:pt>
    <dgm:pt modelId="{33E3E2D0-733C-467F-AC74-09424952DF32}" type="pres">
      <dgm:prSet presAssocID="{21CDE8CD-E004-430E-966A-AA0D9FDC26C8}" presName="vert1" presStyleCnt="0"/>
      <dgm:spPr/>
    </dgm:pt>
    <dgm:pt modelId="{48E5C6ED-5EC0-42D1-9DE7-521D706DF474}" type="pres">
      <dgm:prSet presAssocID="{43F6B60B-AD82-44D9-BFC0-7272546355D9}" presName="thickLine" presStyleLbl="alignNode1" presStyleIdx="3" presStyleCnt="4"/>
      <dgm:spPr/>
    </dgm:pt>
    <dgm:pt modelId="{C8A4CA88-B5F1-4AE0-8A0F-10D86CC57EF0}" type="pres">
      <dgm:prSet presAssocID="{43F6B60B-AD82-44D9-BFC0-7272546355D9}" presName="horz1" presStyleCnt="0"/>
      <dgm:spPr/>
    </dgm:pt>
    <dgm:pt modelId="{B3AED2D0-92CB-4CAE-80EE-D80B3646D4D1}" type="pres">
      <dgm:prSet presAssocID="{43F6B60B-AD82-44D9-BFC0-7272546355D9}" presName="tx1" presStyleLbl="revTx" presStyleIdx="3" presStyleCnt="4"/>
      <dgm:spPr/>
    </dgm:pt>
    <dgm:pt modelId="{589F1C91-A5B8-4599-B3D1-94BC9C6D1D8C}" type="pres">
      <dgm:prSet presAssocID="{43F6B60B-AD82-44D9-BFC0-7272546355D9}" presName="vert1" presStyleCnt="0"/>
      <dgm:spPr/>
    </dgm:pt>
  </dgm:ptLst>
  <dgm:cxnLst>
    <dgm:cxn modelId="{9A8F7A09-1DD3-4873-83E7-BAE86CC08A52}" srcId="{9E14F2A1-A6F3-4987-AB50-95EF4C930EE6}" destId="{43F6B60B-AD82-44D9-BFC0-7272546355D9}" srcOrd="3" destOrd="0" parTransId="{81FF3177-32A3-46E6-8120-D2F34C2D7C15}" sibTransId="{FB97B5FD-A9A7-4A32-83F2-B4C22945CFF2}"/>
    <dgm:cxn modelId="{D4C2BC0E-C05C-4B3F-BAF5-1C36AEE653E4}" type="presOf" srcId="{3762F958-765B-445F-AA19-DE789E0265DA}" destId="{683F855C-29DE-417A-AE40-48230FE48676}" srcOrd="0" destOrd="0" presId="urn:microsoft.com/office/officeart/2008/layout/LinedList"/>
    <dgm:cxn modelId="{C4D9DF5F-72C5-4D2E-BA68-17887321A748}" type="presOf" srcId="{43F6B60B-AD82-44D9-BFC0-7272546355D9}" destId="{B3AED2D0-92CB-4CAE-80EE-D80B3646D4D1}" srcOrd="0" destOrd="0" presId="urn:microsoft.com/office/officeart/2008/layout/LinedList"/>
    <dgm:cxn modelId="{855E1D6F-E8E5-4A54-839C-CBDA6E42D486}" srcId="{9E14F2A1-A6F3-4987-AB50-95EF4C930EE6}" destId="{B16D2EB6-85DF-426C-94A0-F9859118B72B}" srcOrd="0" destOrd="0" parTransId="{92472AF1-5300-40E6-AFD8-52D2DFE03F5B}" sibTransId="{FD9F8357-C959-4B49-9C1F-98CD6352463F}"/>
    <dgm:cxn modelId="{5B1CBE5A-5B06-4E07-A0DE-AC298B760680}" type="presOf" srcId="{21CDE8CD-E004-430E-966A-AA0D9FDC26C8}" destId="{43E46BFA-6335-4A7A-BA5B-66B6DC488139}" srcOrd="0" destOrd="0" presId="urn:microsoft.com/office/officeart/2008/layout/LinedList"/>
    <dgm:cxn modelId="{5556A6A2-BEEC-47C9-AC86-80CA441FB7A2}" type="presOf" srcId="{9E14F2A1-A6F3-4987-AB50-95EF4C930EE6}" destId="{AA18AA8C-4265-4FF9-8D34-26DDB96EBEAB}" srcOrd="0" destOrd="0" presId="urn:microsoft.com/office/officeart/2008/layout/LinedList"/>
    <dgm:cxn modelId="{9F5742B3-6B83-49BB-B1D7-F362DCCC135B}" srcId="{9E14F2A1-A6F3-4987-AB50-95EF4C930EE6}" destId="{3762F958-765B-445F-AA19-DE789E0265DA}" srcOrd="1" destOrd="0" parTransId="{7BAE2C75-046A-4E00-95DF-D609659A11AE}" sibTransId="{2627C2EE-7CB5-46A3-BC03-B1E626C1F8E5}"/>
    <dgm:cxn modelId="{45D5FFBC-508B-40CF-8A1F-EB346CF8E8D8}" srcId="{9E14F2A1-A6F3-4987-AB50-95EF4C930EE6}" destId="{21CDE8CD-E004-430E-966A-AA0D9FDC26C8}" srcOrd="2" destOrd="0" parTransId="{580809A5-42D5-4160-A5CE-5CF47B63C146}" sibTransId="{658A536D-78D4-41DC-8FA4-0BBFD1260936}"/>
    <dgm:cxn modelId="{49D948F8-3EB0-4D4F-A8A0-491B1B10B958}" type="presOf" srcId="{B16D2EB6-85DF-426C-94A0-F9859118B72B}" destId="{778C1919-10D3-4E9A-923A-A44B8AC11F11}" srcOrd="0" destOrd="0" presId="urn:microsoft.com/office/officeart/2008/layout/LinedList"/>
    <dgm:cxn modelId="{3F535BE0-2AFB-46B9-8B7B-4C5D63C4E141}" type="presParOf" srcId="{AA18AA8C-4265-4FF9-8D34-26DDB96EBEAB}" destId="{50E9A0B9-5F23-4E84-ABA4-5A96FD4B9D0B}" srcOrd="0" destOrd="0" presId="urn:microsoft.com/office/officeart/2008/layout/LinedList"/>
    <dgm:cxn modelId="{9AEBB5DB-EED2-49F6-8EF9-11EAF0EC26E6}" type="presParOf" srcId="{AA18AA8C-4265-4FF9-8D34-26DDB96EBEAB}" destId="{088DDB18-38C4-40D2-8BD5-8768C12EE542}" srcOrd="1" destOrd="0" presId="urn:microsoft.com/office/officeart/2008/layout/LinedList"/>
    <dgm:cxn modelId="{908245A0-0DF2-4A7C-A845-C30C5ED125FA}" type="presParOf" srcId="{088DDB18-38C4-40D2-8BD5-8768C12EE542}" destId="{778C1919-10D3-4E9A-923A-A44B8AC11F11}" srcOrd="0" destOrd="0" presId="urn:microsoft.com/office/officeart/2008/layout/LinedList"/>
    <dgm:cxn modelId="{D8B1B65C-5000-4237-8F11-4466AB0D818D}" type="presParOf" srcId="{088DDB18-38C4-40D2-8BD5-8768C12EE542}" destId="{BCE45643-F49C-4638-8D46-C46FD3DADDBA}" srcOrd="1" destOrd="0" presId="urn:microsoft.com/office/officeart/2008/layout/LinedList"/>
    <dgm:cxn modelId="{9F96215F-9344-4EEE-AB10-1158BD763CFD}" type="presParOf" srcId="{AA18AA8C-4265-4FF9-8D34-26DDB96EBEAB}" destId="{854FA9CF-A492-4FA7-BC4A-A2D99CAD8556}" srcOrd="2" destOrd="0" presId="urn:microsoft.com/office/officeart/2008/layout/LinedList"/>
    <dgm:cxn modelId="{DAA6B6BF-FD73-43F6-A3B7-F1B2910801E2}" type="presParOf" srcId="{AA18AA8C-4265-4FF9-8D34-26DDB96EBEAB}" destId="{DEDBBA47-9415-441F-86A9-0E7D43FB2F60}" srcOrd="3" destOrd="0" presId="urn:microsoft.com/office/officeart/2008/layout/LinedList"/>
    <dgm:cxn modelId="{347E36AD-BB8A-43ED-AA73-09052E7522C8}" type="presParOf" srcId="{DEDBBA47-9415-441F-86A9-0E7D43FB2F60}" destId="{683F855C-29DE-417A-AE40-48230FE48676}" srcOrd="0" destOrd="0" presId="urn:microsoft.com/office/officeart/2008/layout/LinedList"/>
    <dgm:cxn modelId="{EB7BC4D1-81C2-4CA1-B721-2FED4655905C}" type="presParOf" srcId="{DEDBBA47-9415-441F-86A9-0E7D43FB2F60}" destId="{C6D2FB68-2DEA-474A-A9CF-853BF59E042F}" srcOrd="1" destOrd="0" presId="urn:microsoft.com/office/officeart/2008/layout/LinedList"/>
    <dgm:cxn modelId="{3DEE7E10-21F3-4260-A97A-418FE33A4AED}" type="presParOf" srcId="{AA18AA8C-4265-4FF9-8D34-26DDB96EBEAB}" destId="{BE976097-C9F2-45BA-8729-A000FA5C1DCB}" srcOrd="4" destOrd="0" presId="urn:microsoft.com/office/officeart/2008/layout/LinedList"/>
    <dgm:cxn modelId="{A33AD26F-1A22-4FB0-B8AB-01CD31569BD2}" type="presParOf" srcId="{AA18AA8C-4265-4FF9-8D34-26DDB96EBEAB}" destId="{8947D914-96DA-4CEE-929E-BD42A3B098FF}" srcOrd="5" destOrd="0" presId="urn:microsoft.com/office/officeart/2008/layout/LinedList"/>
    <dgm:cxn modelId="{9140C53B-0DD5-405C-BE24-F834C47425B6}" type="presParOf" srcId="{8947D914-96DA-4CEE-929E-BD42A3B098FF}" destId="{43E46BFA-6335-4A7A-BA5B-66B6DC488139}" srcOrd="0" destOrd="0" presId="urn:microsoft.com/office/officeart/2008/layout/LinedList"/>
    <dgm:cxn modelId="{53840E13-7A0C-4465-AC45-931191048184}" type="presParOf" srcId="{8947D914-96DA-4CEE-929E-BD42A3B098FF}" destId="{33E3E2D0-733C-467F-AC74-09424952DF32}" srcOrd="1" destOrd="0" presId="urn:microsoft.com/office/officeart/2008/layout/LinedList"/>
    <dgm:cxn modelId="{4145F828-148C-4683-B7EA-A76AEF42B71B}" type="presParOf" srcId="{AA18AA8C-4265-4FF9-8D34-26DDB96EBEAB}" destId="{48E5C6ED-5EC0-42D1-9DE7-521D706DF474}" srcOrd="6" destOrd="0" presId="urn:microsoft.com/office/officeart/2008/layout/LinedList"/>
    <dgm:cxn modelId="{31973F34-99FF-40C9-93AB-7B88E79B8EC8}" type="presParOf" srcId="{AA18AA8C-4265-4FF9-8D34-26DDB96EBEAB}" destId="{C8A4CA88-B5F1-4AE0-8A0F-10D86CC57EF0}" srcOrd="7" destOrd="0" presId="urn:microsoft.com/office/officeart/2008/layout/LinedList"/>
    <dgm:cxn modelId="{67E1D5B7-F517-466F-9354-6617F4D2D7B8}" type="presParOf" srcId="{C8A4CA88-B5F1-4AE0-8A0F-10D86CC57EF0}" destId="{B3AED2D0-92CB-4CAE-80EE-D80B3646D4D1}" srcOrd="0" destOrd="0" presId="urn:microsoft.com/office/officeart/2008/layout/LinedList"/>
    <dgm:cxn modelId="{750A9650-A876-4CA8-B79C-C05855C217F4}" type="presParOf" srcId="{C8A4CA88-B5F1-4AE0-8A0F-10D86CC57EF0}" destId="{589F1C91-A5B8-4599-B3D1-94BC9C6D1D8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1EC7F-50C6-474C-988C-DAEBD3A2D55A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DECBD-CB1F-4836-93A2-AAB2FA22034A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This presentation analyzes the performance of advertising campaigns run on Facebook and Google.</a:t>
          </a:r>
        </a:p>
      </dsp:txBody>
      <dsp:txXfrm>
        <a:off x="0" y="2124"/>
        <a:ext cx="10515600" cy="1449029"/>
      </dsp:txXfrm>
    </dsp:sp>
    <dsp:sp modelId="{A20BA799-268F-42F6-BC7D-7A6C5458BA46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4863A-7554-45D9-A8AC-920A13E48CB0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 evaluation is based on key advertising metrics extracted from visual dashboards.</a:t>
          </a:r>
        </a:p>
      </dsp:txBody>
      <dsp:txXfrm>
        <a:off x="0" y="1451154"/>
        <a:ext cx="10515600" cy="1449029"/>
      </dsp:txXfrm>
    </dsp:sp>
    <dsp:sp modelId="{4B80F1DD-0F02-4C46-86B5-64AA11025B09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106049-6227-4D0A-AF61-BDF49B90662D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 focus is on understanding platform-specific strengths, optimization opportunities, and return on investment indicators.</a:t>
          </a:r>
        </a:p>
      </dsp:txBody>
      <dsp:txXfrm>
        <a:off x="0" y="2900183"/>
        <a:ext cx="10515600" cy="14490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08AD57-F4AC-40C2-A5B9-0A6C076B8924}">
      <dsp:nvSpPr>
        <dsp:cNvPr id="0" name=""/>
        <dsp:cNvSpPr/>
      </dsp:nvSpPr>
      <dsp:spPr>
        <a:xfrm>
          <a:off x="0" y="0"/>
          <a:ext cx="9288654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To evaluate the performance of each platform independently using measurable campaign metrics.</a:t>
          </a:r>
        </a:p>
      </dsp:txBody>
      <dsp:txXfrm>
        <a:off x="32418" y="32418"/>
        <a:ext cx="8094307" cy="1041985"/>
      </dsp:txXfrm>
    </dsp:sp>
    <dsp:sp modelId="{72557961-750B-4773-8C78-B6500BD86064}">
      <dsp:nvSpPr>
        <dsp:cNvPr id="0" name=""/>
        <dsp:cNvSpPr/>
      </dsp:nvSpPr>
      <dsp:spPr>
        <a:xfrm>
          <a:off x="819587" y="1291291"/>
          <a:ext cx="9288654" cy="1106821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To identify key patterns and trends in campaign behavior over time.</a:t>
          </a:r>
        </a:p>
      </dsp:txBody>
      <dsp:txXfrm>
        <a:off x="852005" y="1323709"/>
        <a:ext cx="7684797" cy="1041985"/>
      </dsp:txXfrm>
    </dsp:sp>
    <dsp:sp modelId="{71FE4664-6271-4A06-98ED-F4186E7013AD}">
      <dsp:nvSpPr>
        <dsp:cNvPr id="0" name=""/>
        <dsp:cNvSpPr/>
      </dsp:nvSpPr>
      <dsp:spPr>
        <a:xfrm>
          <a:off x="1639174" y="2582583"/>
          <a:ext cx="9288654" cy="1106821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To assist in strategic decision-making through actionable insights and summary recommendations.</a:t>
          </a:r>
        </a:p>
      </dsp:txBody>
      <dsp:txXfrm>
        <a:off x="1671592" y="2615001"/>
        <a:ext cx="7684797" cy="1041985"/>
      </dsp:txXfrm>
    </dsp:sp>
    <dsp:sp modelId="{94D490FC-6938-4943-8967-927A990D3008}">
      <dsp:nvSpPr>
        <dsp:cNvPr id="0" name=""/>
        <dsp:cNvSpPr/>
      </dsp:nvSpPr>
      <dsp:spPr>
        <a:xfrm>
          <a:off x="8569220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8731092" y="839339"/>
        <a:ext cx="395689" cy="541373"/>
      </dsp:txXfrm>
    </dsp:sp>
    <dsp:sp modelId="{E37FBDE6-5F9C-4D3B-9454-0A7E28C94363}">
      <dsp:nvSpPr>
        <dsp:cNvPr id="0" name=""/>
        <dsp:cNvSpPr/>
      </dsp:nvSpPr>
      <dsp:spPr>
        <a:xfrm>
          <a:off x="9388807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9550679" y="2123252"/>
        <a:ext cx="395689" cy="5413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086B8D-CF90-422E-BDA3-2B70DBF7A106}">
      <dsp:nvSpPr>
        <dsp:cNvPr id="0" name=""/>
        <dsp:cNvSpPr/>
      </dsp:nvSpPr>
      <dsp:spPr>
        <a:xfrm>
          <a:off x="0" y="1733"/>
          <a:ext cx="10515600" cy="878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384AA8-47DF-40C7-83A8-1F7368ACF699}">
      <dsp:nvSpPr>
        <dsp:cNvPr id="0" name=""/>
        <dsp:cNvSpPr/>
      </dsp:nvSpPr>
      <dsp:spPr>
        <a:xfrm>
          <a:off x="265781" y="199422"/>
          <a:ext cx="483239" cy="4832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47329-2801-4415-A066-BD1A1E40BC6F}">
      <dsp:nvSpPr>
        <dsp:cNvPr id="0" name=""/>
        <dsp:cNvSpPr/>
      </dsp:nvSpPr>
      <dsp:spPr>
        <a:xfrm>
          <a:off x="1014802" y="1733"/>
          <a:ext cx="4732020" cy="878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87" tIns="92987" rIns="92987" bIns="9298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Age</a:t>
          </a:r>
        </a:p>
      </dsp:txBody>
      <dsp:txXfrm>
        <a:off x="1014802" y="1733"/>
        <a:ext cx="4732020" cy="878616"/>
      </dsp:txXfrm>
    </dsp:sp>
    <dsp:sp modelId="{4854C057-388D-412E-B1E3-255F05D0A408}">
      <dsp:nvSpPr>
        <dsp:cNvPr id="0" name=""/>
        <dsp:cNvSpPr/>
      </dsp:nvSpPr>
      <dsp:spPr>
        <a:xfrm>
          <a:off x="5746822" y="1733"/>
          <a:ext cx="4768777" cy="878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87" tIns="92987" rIns="92987" bIns="9298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Best Age Group: 18–24 years showed the highest engagement and revenue share.</a:t>
          </a:r>
        </a:p>
      </dsp:txBody>
      <dsp:txXfrm>
        <a:off x="5746822" y="1733"/>
        <a:ext cx="4768777" cy="878616"/>
      </dsp:txXfrm>
    </dsp:sp>
    <dsp:sp modelId="{3FE9D51D-4EDF-4B40-AE7C-31FE0729A90B}">
      <dsp:nvSpPr>
        <dsp:cNvPr id="0" name=""/>
        <dsp:cNvSpPr/>
      </dsp:nvSpPr>
      <dsp:spPr>
        <a:xfrm>
          <a:off x="0" y="1100004"/>
          <a:ext cx="10515600" cy="878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9B9BE2-B0B8-49B1-BA86-6305A7B3703C}">
      <dsp:nvSpPr>
        <dsp:cNvPr id="0" name=""/>
        <dsp:cNvSpPr/>
      </dsp:nvSpPr>
      <dsp:spPr>
        <a:xfrm>
          <a:off x="265781" y="1297693"/>
          <a:ext cx="483239" cy="4832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CD5A8-77C3-41A2-8FF5-19EE78663193}">
      <dsp:nvSpPr>
        <dsp:cNvPr id="0" name=""/>
        <dsp:cNvSpPr/>
      </dsp:nvSpPr>
      <dsp:spPr>
        <a:xfrm>
          <a:off x="1014802" y="1100004"/>
          <a:ext cx="4732020" cy="878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87" tIns="92987" rIns="92987" bIns="9298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Campaign</a:t>
          </a:r>
        </a:p>
      </dsp:txBody>
      <dsp:txXfrm>
        <a:off x="1014802" y="1100004"/>
        <a:ext cx="4732020" cy="878616"/>
      </dsp:txXfrm>
    </dsp:sp>
    <dsp:sp modelId="{239604AB-AB83-40C6-B5B3-86BA193F48B1}">
      <dsp:nvSpPr>
        <dsp:cNvPr id="0" name=""/>
        <dsp:cNvSpPr/>
      </dsp:nvSpPr>
      <dsp:spPr>
        <a:xfrm>
          <a:off x="5746822" y="1100004"/>
          <a:ext cx="4768777" cy="878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87" tIns="92987" rIns="92987" bIns="9298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Campaign Strength: Custom audience and retargeting ads had better conversions.</a:t>
          </a:r>
        </a:p>
      </dsp:txBody>
      <dsp:txXfrm>
        <a:off x="5746822" y="1100004"/>
        <a:ext cx="4768777" cy="878616"/>
      </dsp:txXfrm>
    </dsp:sp>
    <dsp:sp modelId="{59EE8051-0E20-42CE-AADA-27631A658CD7}">
      <dsp:nvSpPr>
        <dsp:cNvPr id="0" name=""/>
        <dsp:cNvSpPr/>
      </dsp:nvSpPr>
      <dsp:spPr>
        <a:xfrm>
          <a:off x="0" y="2198275"/>
          <a:ext cx="10515600" cy="878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11E4E-19EA-448E-9481-10BF6E0A53C8}">
      <dsp:nvSpPr>
        <dsp:cNvPr id="0" name=""/>
        <dsp:cNvSpPr/>
      </dsp:nvSpPr>
      <dsp:spPr>
        <a:xfrm>
          <a:off x="265781" y="2395964"/>
          <a:ext cx="483239" cy="4832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8B469-3148-48CB-B187-0D43A7374C61}">
      <dsp:nvSpPr>
        <dsp:cNvPr id="0" name=""/>
        <dsp:cNvSpPr/>
      </dsp:nvSpPr>
      <dsp:spPr>
        <a:xfrm>
          <a:off x="1014802" y="2198275"/>
          <a:ext cx="4732020" cy="878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87" tIns="92987" rIns="92987" bIns="9298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Low</a:t>
          </a:r>
        </a:p>
      </dsp:txBody>
      <dsp:txXfrm>
        <a:off x="1014802" y="2198275"/>
        <a:ext cx="4732020" cy="878616"/>
      </dsp:txXfrm>
    </dsp:sp>
    <dsp:sp modelId="{A804B516-C2B2-4FF1-A63C-CB4A0CEF2AF5}">
      <dsp:nvSpPr>
        <dsp:cNvPr id="0" name=""/>
        <dsp:cNvSpPr/>
      </dsp:nvSpPr>
      <dsp:spPr>
        <a:xfrm>
          <a:off x="5746822" y="2198275"/>
          <a:ext cx="4768777" cy="878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87" tIns="92987" rIns="92987" bIns="9298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Low CTR Areas: Broad audience campaigns underperformed in clicks.</a:t>
          </a:r>
        </a:p>
      </dsp:txBody>
      <dsp:txXfrm>
        <a:off x="5746822" y="2198275"/>
        <a:ext cx="4768777" cy="878616"/>
      </dsp:txXfrm>
    </dsp:sp>
    <dsp:sp modelId="{CB754CEB-C49F-4CD3-8E86-2FC560180DFE}">
      <dsp:nvSpPr>
        <dsp:cNvPr id="0" name=""/>
        <dsp:cNvSpPr/>
      </dsp:nvSpPr>
      <dsp:spPr>
        <a:xfrm>
          <a:off x="0" y="3296546"/>
          <a:ext cx="10515600" cy="878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29FA6F-7989-4215-AF76-8B3489D976D2}">
      <dsp:nvSpPr>
        <dsp:cNvPr id="0" name=""/>
        <dsp:cNvSpPr/>
      </dsp:nvSpPr>
      <dsp:spPr>
        <a:xfrm>
          <a:off x="265781" y="3494235"/>
          <a:ext cx="483239" cy="4832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F03CB-530C-4754-A43B-F130D1B4D5C1}">
      <dsp:nvSpPr>
        <dsp:cNvPr id="0" name=""/>
        <dsp:cNvSpPr/>
      </dsp:nvSpPr>
      <dsp:spPr>
        <a:xfrm>
          <a:off x="1014802" y="3296546"/>
          <a:ext cx="4732020" cy="878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87" tIns="92987" rIns="92987" bIns="9298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Rise in</a:t>
          </a:r>
        </a:p>
      </dsp:txBody>
      <dsp:txXfrm>
        <a:off x="1014802" y="3296546"/>
        <a:ext cx="4732020" cy="878616"/>
      </dsp:txXfrm>
    </dsp:sp>
    <dsp:sp modelId="{00CC5ED8-F44B-4EFE-BAEB-8464253EB207}">
      <dsp:nvSpPr>
        <dsp:cNvPr id="0" name=""/>
        <dsp:cNvSpPr/>
      </dsp:nvSpPr>
      <dsp:spPr>
        <a:xfrm>
          <a:off x="5746822" y="3296546"/>
          <a:ext cx="4768777" cy="878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87" tIns="92987" rIns="92987" bIns="9298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December Spike: Strong rise in ROAS and CTR during Q4 (holiday period).</a:t>
          </a:r>
        </a:p>
      </dsp:txBody>
      <dsp:txXfrm>
        <a:off x="5746822" y="3296546"/>
        <a:ext cx="4768777" cy="8786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DACF93-8753-4E7A-BE02-9AAD76BC2F47}">
      <dsp:nvSpPr>
        <dsp:cNvPr id="0" name=""/>
        <dsp:cNvSpPr/>
      </dsp:nvSpPr>
      <dsp:spPr>
        <a:xfrm>
          <a:off x="0" y="2318"/>
          <a:ext cx="6906491" cy="11749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36A335-DFD3-45A7-8389-A6C4770ED915}">
      <dsp:nvSpPr>
        <dsp:cNvPr id="0" name=""/>
        <dsp:cNvSpPr/>
      </dsp:nvSpPr>
      <dsp:spPr>
        <a:xfrm>
          <a:off x="355420" y="266680"/>
          <a:ext cx="646219" cy="6462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801BFD-D019-4F21-9B05-B92E3A06523A}">
      <dsp:nvSpPr>
        <dsp:cNvPr id="0" name=""/>
        <dsp:cNvSpPr/>
      </dsp:nvSpPr>
      <dsp:spPr>
        <a:xfrm>
          <a:off x="1357059" y="2318"/>
          <a:ext cx="5549431" cy="1174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48" tIns="124348" rIns="124348" bIns="1243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Facebook gave a wide reach but click and conversion rates were low overall.</a:t>
          </a:r>
        </a:p>
      </dsp:txBody>
      <dsp:txXfrm>
        <a:off x="1357059" y="2318"/>
        <a:ext cx="5549431" cy="1174943"/>
      </dsp:txXfrm>
    </dsp:sp>
    <dsp:sp modelId="{689CAAE8-A581-4A91-9011-A9A09DF4338D}">
      <dsp:nvSpPr>
        <dsp:cNvPr id="0" name=""/>
        <dsp:cNvSpPr/>
      </dsp:nvSpPr>
      <dsp:spPr>
        <a:xfrm>
          <a:off x="0" y="1470997"/>
          <a:ext cx="6906491" cy="11749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B81FAA-9E87-410C-8DEB-817F41DA4FBD}">
      <dsp:nvSpPr>
        <dsp:cNvPr id="0" name=""/>
        <dsp:cNvSpPr/>
      </dsp:nvSpPr>
      <dsp:spPr>
        <a:xfrm>
          <a:off x="355420" y="1735360"/>
          <a:ext cx="646219" cy="6462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B349C-EF80-4AF2-9B9C-7EBE2B75EFD9}">
      <dsp:nvSpPr>
        <dsp:cNvPr id="0" name=""/>
        <dsp:cNvSpPr/>
      </dsp:nvSpPr>
      <dsp:spPr>
        <a:xfrm>
          <a:off x="1357059" y="1470997"/>
          <a:ext cx="5549431" cy="1174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48" tIns="124348" rIns="124348" bIns="1243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CTR and ROAS improved when targeting younger age groups and retargeted users.</a:t>
          </a:r>
        </a:p>
      </dsp:txBody>
      <dsp:txXfrm>
        <a:off x="1357059" y="1470997"/>
        <a:ext cx="5549431" cy="1174943"/>
      </dsp:txXfrm>
    </dsp:sp>
    <dsp:sp modelId="{9BD9864C-619F-459C-9D8F-39BA32B9C162}">
      <dsp:nvSpPr>
        <dsp:cNvPr id="0" name=""/>
        <dsp:cNvSpPr/>
      </dsp:nvSpPr>
      <dsp:spPr>
        <a:xfrm>
          <a:off x="0" y="2939677"/>
          <a:ext cx="6906491" cy="11749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135BCA-5C31-4513-828B-51B95BDA2387}">
      <dsp:nvSpPr>
        <dsp:cNvPr id="0" name=""/>
        <dsp:cNvSpPr/>
      </dsp:nvSpPr>
      <dsp:spPr>
        <a:xfrm>
          <a:off x="355420" y="3204039"/>
          <a:ext cx="646219" cy="6462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6C8A3C-6531-4E06-BB01-42DD870BAC13}">
      <dsp:nvSpPr>
        <dsp:cNvPr id="0" name=""/>
        <dsp:cNvSpPr/>
      </dsp:nvSpPr>
      <dsp:spPr>
        <a:xfrm>
          <a:off x="1357059" y="2939677"/>
          <a:ext cx="5549431" cy="1174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48" tIns="124348" rIns="124348" bIns="1243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Ads with focused targeting performed better than broad reach campaigns.</a:t>
          </a:r>
        </a:p>
      </dsp:txBody>
      <dsp:txXfrm>
        <a:off x="1357059" y="2939677"/>
        <a:ext cx="5549431" cy="1174943"/>
      </dsp:txXfrm>
    </dsp:sp>
    <dsp:sp modelId="{37617893-B78E-440D-B0FA-4992E436A61C}">
      <dsp:nvSpPr>
        <dsp:cNvPr id="0" name=""/>
        <dsp:cNvSpPr/>
      </dsp:nvSpPr>
      <dsp:spPr>
        <a:xfrm>
          <a:off x="0" y="4408357"/>
          <a:ext cx="6906491" cy="11749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FCF8A6-D4B6-491D-A1CB-C0BD7C9DA987}">
      <dsp:nvSpPr>
        <dsp:cNvPr id="0" name=""/>
        <dsp:cNvSpPr/>
      </dsp:nvSpPr>
      <dsp:spPr>
        <a:xfrm>
          <a:off x="355420" y="4672719"/>
          <a:ext cx="646219" cy="6462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E17A4-1162-49BA-A60B-64A4650CC6D1}">
      <dsp:nvSpPr>
        <dsp:cNvPr id="0" name=""/>
        <dsp:cNvSpPr/>
      </dsp:nvSpPr>
      <dsp:spPr>
        <a:xfrm>
          <a:off x="1357059" y="4408357"/>
          <a:ext cx="5549431" cy="1174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48" tIns="124348" rIns="124348" bIns="1243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Suggestion: Use more retargeting, refine audience, and test creative types.</a:t>
          </a:r>
        </a:p>
      </dsp:txBody>
      <dsp:txXfrm>
        <a:off x="1357059" y="4408357"/>
        <a:ext cx="5549431" cy="11749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1B42D2-5436-44AD-B905-3C7700777274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F016440-73A9-4B4E-88F4-8A39704ECC9D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Aptos"/>
            </a:rPr>
            <a:t>Top Campaigns: Search and retargeting campaigns drove most conversions.</a:t>
          </a:r>
        </a:p>
      </dsp:txBody>
      <dsp:txXfrm>
        <a:off x="0" y="0"/>
        <a:ext cx="10515600" cy="1087834"/>
      </dsp:txXfrm>
    </dsp:sp>
    <dsp:sp modelId="{F44B2C9E-3575-429A-B338-CBA66D718A9B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5E2B98A-8ADD-41DA-B538-531EF2F8B37F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Aptos"/>
            </a:rPr>
            <a:t>Low CPA: Despite high spend, cost per conversion remained low.</a:t>
          </a:r>
        </a:p>
      </dsp:txBody>
      <dsp:txXfrm>
        <a:off x="0" y="1087834"/>
        <a:ext cx="10515600" cy="1087834"/>
      </dsp:txXfrm>
    </dsp:sp>
    <dsp:sp modelId="{BF5A2D42-C301-4AAF-B97A-6A3C2274B4C5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B75FF60-EB1F-43D8-9779-1FFACD8C0E2A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Aptos"/>
            </a:rPr>
            <a:t>Landing Page Impact: Better engagement (lower bounce rate) on ad-linked pages.</a:t>
          </a:r>
        </a:p>
      </dsp:txBody>
      <dsp:txXfrm>
        <a:off x="0" y="2175669"/>
        <a:ext cx="10515600" cy="1087834"/>
      </dsp:txXfrm>
    </dsp:sp>
    <dsp:sp modelId="{03DDBC86-2A2D-48A1-B04B-1C661FF0564D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5142924-C6B0-4134-A169-2B4301B203F2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Calibri"/>
              <a:ea typeface="Calibri"/>
              <a:cs typeface="Calibri"/>
            </a:rPr>
            <a:t>Seasonality: Clear performance spike in December, matching holiday season.</a:t>
          </a:r>
        </a:p>
      </dsp:txBody>
      <dsp:txXfrm>
        <a:off x="0" y="3263503"/>
        <a:ext cx="10515600" cy="10878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1A4C45-3703-47BE-8261-5C392528B2E9}">
      <dsp:nvSpPr>
        <dsp:cNvPr id="0" name=""/>
        <dsp:cNvSpPr/>
      </dsp:nvSpPr>
      <dsp:spPr>
        <a:xfrm>
          <a:off x="0" y="2318"/>
          <a:ext cx="6906491" cy="11749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131B4-D173-42D8-A008-949236980A82}">
      <dsp:nvSpPr>
        <dsp:cNvPr id="0" name=""/>
        <dsp:cNvSpPr/>
      </dsp:nvSpPr>
      <dsp:spPr>
        <a:xfrm>
          <a:off x="355420" y="266680"/>
          <a:ext cx="646219" cy="6462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E1B48-7ECA-416C-BE60-B8B2CEC9C80A}">
      <dsp:nvSpPr>
        <dsp:cNvPr id="0" name=""/>
        <dsp:cNvSpPr/>
      </dsp:nvSpPr>
      <dsp:spPr>
        <a:xfrm>
          <a:off x="1357059" y="2318"/>
          <a:ext cx="5549431" cy="1174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48" tIns="124348" rIns="124348" bIns="1243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Google ads brought strong traffic and high returns, especially in search campaigns.</a:t>
          </a:r>
        </a:p>
      </dsp:txBody>
      <dsp:txXfrm>
        <a:off x="1357059" y="2318"/>
        <a:ext cx="5549431" cy="1174943"/>
      </dsp:txXfrm>
    </dsp:sp>
    <dsp:sp modelId="{CD0A6279-3F7F-4833-95DB-0AEF4C87FF23}">
      <dsp:nvSpPr>
        <dsp:cNvPr id="0" name=""/>
        <dsp:cNvSpPr/>
      </dsp:nvSpPr>
      <dsp:spPr>
        <a:xfrm>
          <a:off x="0" y="1470997"/>
          <a:ext cx="6906491" cy="11749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AC766-FF07-4808-B3F7-D3BBF91E99CC}">
      <dsp:nvSpPr>
        <dsp:cNvPr id="0" name=""/>
        <dsp:cNvSpPr/>
      </dsp:nvSpPr>
      <dsp:spPr>
        <a:xfrm>
          <a:off x="355420" y="1735360"/>
          <a:ext cx="646219" cy="6462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35E51-12F8-447A-BB1F-ED4B62A097EB}">
      <dsp:nvSpPr>
        <dsp:cNvPr id="0" name=""/>
        <dsp:cNvSpPr/>
      </dsp:nvSpPr>
      <dsp:spPr>
        <a:xfrm>
          <a:off x="1357059" y="1470997"/>
          <a:ext cx="5549431" cy="1174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48" tIns="124348" rIns="124348" bIns="1243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High CTR and conversion rate helped drive better ROI.</a:t>
          </a:r>
        </a:p>
      </dsp:txBody>
      <dsp:txXfrm>
        <a:off x="1357059" y="1470997"/>
        <a:ext cx="5549431" cy="1174943"/>
      </dsp:txXfrm>
    </dsp:sp>
    <dsp:sp modelId="{5F8DE149-894F-4701-9CD0-00FBCCB7E441}">
      <dsp:nvSpPr>
        <dsp:cNvPr id="0" name=""/>
        <dsp:cNvSpPr/>
      </dsp:nvSpPr>
      <dsp:spPr>
        <a:xfrm>
          <a:off x="0" y="2939677"/>
          <a:ext cx="6906491" cy="11749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B42E31-12F5-44C3-A46D-C921882159A3}">
      <dsp:nvSpPr>
        <dsp:cNvPr id="0" name=""/>
        <dsp:cNvSpPr/>
      </dsp:nvSpPr>
      <dsp:spPr>
        <a:xfrm>
          <a:off x="355420" y="3204039"/>
          <a:ext cx="646219" cy="6462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294B66-7634-4CAC-96E7-F067D6217B58}">
      <dsp:nvSpPr>
        <dsp:cNvPr id="0" name=""/>
        <dsp:cNvSpPr/>
      </dsp:nvSpPr>
      <dsp:spPr>
        <a:xfrm>
          <a:off x="1357059" y="2939677"/>
          <a:ext cx="5549431" cy="1174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48" tIns="124348" rIns="124348" bIns="1243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Retargeting, keyword optimization, and landing page quality made a big difference.</a:t>
          </a:r>
        </a:p>
      </dsp:txBody>
      <dsp:txXfrm>
        <a:off x="1357059" y="2939677"/>
        <a:ext cx="5549431" cy="1174943"/>
      </dsp:txXfrm>
    </dsp:sp>
    <dsp:sp modelId="{6F133E4E-EE90-4396-A6E8-8EDF402FE68A}">
      <dsp:nvSpPr>
        <dsp:cNvPr id="0" name=""/>
        <dsp:cNvSpPr/>
      </dsp:nvSpPr>
      <dsp:spPr>
        <a:xfrm>
          <a:off x="0" y="4408357"/>
          <a:ext cx="6906491" cy="11749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43EFA-2727-45EB-B646-7603944597C5}">
      <dsp:nvSpPr>
        <dsp:cNvPr id="0" name=""/>
        <dsp:cNvSpPr/>
      </dsp:nvSpPr>
      <dsp:spPr>
        <a:xfrm>
          <a:off x="355420" y="4672719"/>
          <a:ext cx="646219" cy="6462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584CA-F0E9-499B-BE18-6A3B4F6E04D6}">
      <dsp:nvSpPr>
        <dsp:cNvPr id="0" name=""/>
        <dsp:cNvSpPr/>
      </dsp:nvSpPr>
      <dsp:spPr>
        <a:xfrm>
          <a:off x="1357059" y="4408357"/>
          <a:ext cx="5549431" cy="1174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48" tIns="124348" rIns="124348" bIns="1243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Suggestion: Continue with keyword-based ads, use smart bidding, and keep testing.</a:t>
          </a:r>
        </a:p>
      </dsp:txBody>
      <dsp:txXfrm>
        <a:off x="1357059" y="4408357"/>
        <a:ext cx="5549431" cy="117494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E9A0B9-5F23-4E84-ABA4-5A96FD4B9D0B}">
      <dsp:nvSpPr>
        <dsp:cNvPr id="0" name=""/>
        <dsp:cNvSpPr/>
      </dsp:nvSpPr>
      <dsp:spPr>
        <a:xfrm>
          <a:off x="0" y="0"/>
          <a:ext cx="595096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78C1919-10D3-4E9A-923A-A44B8AC11F11}">
      <dsp:nvSpPr>
        <dsp:cNvPr id="0" name=""/>
        <dsp:cNvSpPr/>
      </dsp:nvSpPr>
      <dsp:spPr>
        <a:xfrm>
          <a:off x="0" y="0"/>
          <a:ext cx="5950969" cy="977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Both platforms provide valuable reach and outcomes when used strategically.</a:t>
          </a:r>
        </a:p>
      </dsp:txBody>
      <dsp:txXfrm>
        <a:off x="0" y="0"/>
        <a:ext cx="5950969" cy="977146"/>
      </dsp:txXfrm>
    </dsp:sp>
    <dsp:sp modelId="{854FA9CF-A492-4FA7-BC4A-A2D99CAD8556}">
      <dsp:nvSpPr>
        <dsp:cNvPr id="0" name=""/>
        <dsp:cNvSpPr/>
      </dsp:nvSpPr>
      <dsp:spPr>
        <a:xfrm>
          <a:off x="0" y="977147"/>
          <a:ext cx="595096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83F855C-29DE-417A-AE40-48230FE48676}">
      <dsp:nvSpPr>
        <dsp:cNvPr id="0" name=""/>
        <dsp:cNvSpPr/>
      </dsp:nvSpPr>
      <dsp:spPr>
        <a:xfrm>
          <a:off x="0" y="977146"/>
          <a:ext cx="5950969" cy="977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Facebook is good for reach and awareness; performance improves with better targeting whereas Google is highly effective for conversions and return on investment.</a:t>
          </a:r>
        </a:p>
      </dsp:txBody>
      <dsp:txXfrm>
        <a:off x="0" y="977146"/>
        <a:ext cx="5950969" cy="977146"/>
      </dsp:txXfrm>
    </dsp:sp>
    <dsp:sp modelId="{BE976097-C9F2-45BA-8729-A000FA5C1DCB}">
      <dsp:nvSpPr>
        <dsp:cNvPr id="0" name=""/>
        <dsp:cNvSpPr/>
      </dsp:nvSpPr>
      <dsp:spPr>
        <a:xfrm>
          <a:off x="0" y="1954294"/>
          <a:ext cx="595096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3E46BFA-6335-4A7A-BA5B-66B6DC488139}">
      <dsp:nvSpPr>
        <dsp:cNvPr id="0" name=""/>
        <dsp:cNvSpPr/>
      </dsp:nvSpPr>
      <dsp:spPr>
        <a:xfrm>
          <a:off x="0" y="1954293"/>
          <a:ext cx="5950969" cy="977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Continued data-driven optimization of campaign structure, creatives, and audience segmentation will maximize ROI.</a:t>
          </a:r>
        </a:p>
      </dsp:txBody>
      <dsp:txXfrm>
        <a:off x="0" y="1954293"/>
        <a:ext cx="5950969" cy="977146"/>
      </dsp:txXfrm>
    </dsp:sp>
    <dsp:sp modelId="{48E5C6ED-5EC0-42D1-9DE7-521D706DF474}">
      <dsp:nvSpPr>
        <dsp:cNvPr id="0" name=""/>
        <dsp:cNvSpPr/>
      </dsp:nvSpPr>
      <dsp:spPr>
        <a:xfrm>
          <a:off x="0" y="2931440"/>
          <a:ext cx="595096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3AED2D0-92CB-4CAE-80EE-D80B3646D4D1}">
      <dsp:nvSpPr>
        <dsp:cNvPr id="0" name=""/>
        <dsp:cNvSpPr/>
      </dsp:nvSpPr>
      <dsp:spPr>
        <a:xfrm>
          <a:off x="0" y="2931440"/>
          <a:ext cx="5950969" cy="977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Regular performance audits and testing should guide future strategy and investment decisions.</a:t>
          </a:r>
        </a:p>
      </dsp:txBody>
      <dsp:txXfrm>
        <a:off x="0" y="2931440"/>
        <a:ext cx="5950969" cy="9771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44.svg"/><Relationship Id="rId7" Type="http://schemas.openxmlformats.org/officeDocument/2006/relationships/diagramColors" Target="../diagrams/colors7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202" y="735106"/>
            <a:ext cx="10615894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6500" b="1" dirty="0">
                <a:solidFill>
                  <a:srgbClr val="FFFFFF"/>
                </a:solidFill>
                <a:latin typeface="Perpetua"/>
                <a:ea typeface="Calibri Light"/>
                <a:cs typeface="Calibri Light"/>
              </a:rPr>
              <a:t>Social Medial Analytics</a:t>
            </a:r>
            <a:br>
              <a:rPr lang="en-US" sz="4800" b="1" dirty="0">
                <a:latin typeface="Perpetua"/>
                <a:ea typeface="Calibri Light"/>
                <a:cs typeface="Calibri Light"/>
              </a:rPr>
            </a:br>
            <a:r>
              <a:rPr lang="en-US" sz="4800" b="1" dirty="0">
                <a:solidFill>
                  <a:srgbClr val="FFFFFF"/>
                </a:solidFill>
                <a:latin typeface="Perpetua"/>
                <a:ea typeface="Calibri Light"/>
                <a:cs typeface="Calibri Light"/>
              </a:rPr>
              <a:t>Facebook and Google adds Performance</a:t>
            </a:r>
            <a:endParaRPr lang="en-US" sz="4800" b="1">
              <a:solidFill>
                <a:srgbClr val="FFFFFF"/>
              </a:solidFill>
              <a:latin typeface="Perpetu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1076" y="4870824"/>
            <a:ext cx="10767949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000" b="1" dirty="0">
                <a:latin typeface="Perpetua"/>
                <a:ea typeface="Calibri"/>
                <a:cs typeface="Calibri"/>
              </a:rPr>
              <a:t>Date</a:t>
            </a:r>
            <a:r>
              <a:rPr lang="en-US" sz="3000" dirty="0">
                <a:latin typeface="Perpetua"/>
                <a:ea typeface="Calibri"/>
                <a:cs typeface="Calibri"/>
              </a:rPr>
              <a:t>: 28</a:t>
            </a:r>
            <a:r>
              <a:rPr lang="en-US" sz="3000" baseline="30000" dirty="0">
                <a:latin typeface="Perpetua"/>
                <a:ea typeface="Calibri"/>
                <a:cs typeface="Calibri"/>
              </a:rPr>
              <a:t>th</a:t>
            </a:r>
            <a:r>
              <a:rPr lang="en-US" sz="3000" dirty="0">
                <a:latin typeface="Perpetua"/>
                <a:ea typeface="Calibri"/>
                <a:cs typeface="Calibri"/>
              </a:rPr>
              <a:t>-Jun-2025</a:t>
            </a:r>
            <a:br>
              <a:rPr lang="en-US" sz="3000" dirty="0">
                <a:latin typeface="Perpetua"/>
                <a:ea typeface="Calibri"/>
                <a:cs typeface="Calibri"/>
              </a:rPr>
            </a:br>
            <a:r>
              <a:rPr lang="en-US" sz="3000" b="1" dirty="0">
                <a:latin typeface="Perpetua"/>
                <a:ea typeface="Calibri"/>
                <a:cs typeface="Calibri"/>
              </a:rPr>
              <a:t>Prepared by</a:t>
            </a:r>
            <a:r>
              <a:rPr lang="en-US" sz="3000" dirty="0">
                <a:latin typeface="Perpetua"/>
                <a:ea typeface="Calibri"/>
                <a:cs typeface="Calibri"/>
              </a:rPr>
              <a:t>: Pratiksha Pawar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>
            <a:extLst>
              <a:ext uri="{FF2B5EF4-FFF2-40B4-BE49-F238E27FC236}">
                <a16:creationId xmlns:a16="http://schemas.microsoft.com/office/drawing/2014/main" id="{57C48274-11F9-E527-523E-9304147D77D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192" b="1453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8829BC-C60D-EF13-9FF6-1F7495EA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Introduction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BA4841-F753-79FF-4A0B-FCA316250C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3029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57158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8B847-CFE6-2A71-DDE2-ADD211B41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ea typeface="+mj-lt"/>
                <a:cs typeface="+mj-lt"/>
              </a:rPr>
              <a:t>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297C85-CDF3-1C79-1DA6-E00FCAD8AC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631368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0272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hashtag sign with a blue background">
            <a:extLst>
              <a:ext uri="{FF2B5EF4-FFF2-40B4-BE49-F238E27FC236}">
                <a16:creationId xmlns:a16="http://schemas.microsoft.com/office/drawing/2014/main" id="{E6DD9E5D-099D-5447-0DAF-3352259871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1381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  <a:ln>
            <a:solidFill>
              <a:srgbClr val="265364"/>
            </a:solidFill>
          </a:ln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C72B27-95F3-09C2-2C04-8E5F27992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6735563" cy="320413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9600" b="1" dirty="0"/>
              <a:t>FACEBOOK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002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60B2DE-6DAE-965F-1D76-7C27454678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73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869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B15F05-9E97-329D-31ED-43F6F59B73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218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DDE133-8BB3-A7F8-C97C-AD44D648DE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909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76C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6C3A52E-AD71-9DD6-EED8-250C0F0F6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88882"/>
            <a:ext cx="10905066" cy="4280236"/>
          </a:xfrm>
          <a:prstGeom prst="rect">
            <a:avLst/>
          </a:prstGeom>
        </p:spPr>
      </p:pic>
      <p:sp>
        <p:nvSpPr>
          <p:cNvPr id="2" name="TextBox 28">
            <a:extLst>
              <a:ext uri="{FF2B5EF4-FFF2-40B4-BE49-F238E27FC236}">
                <a16:creationId xmlns:a16="http://schemas.microsoft.com/office/drawing/2014/main" id="{AED10179-486E-04C3-B50E-66C466F06B87}"/>
              </a:ext>
            </a:extLst>
          </p:cNvPr>
          <p:cNvSpPr txBox="1"/>
          <p:nvPr/>
        </p:nvSpPr>
        <p:spPr>
          <a:xfrm>
            <a:off x="464866" y="477762"/>
            <a:ext cx="11682127" cy="55399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 dirty="0"/>
              <a:t>MySQL </a:t>
            </a:r>
            <a:r>
              <a:rPr lang="en-US" sz="3000" b="1" dirty="0" err="1"/>
              <a:t>QnA</a:t>
            </a:r>
            <a:r>
              <a:rPr lang="en-US" sz="3000" b="1" dirty="0"/>
              <a:t> for Facebook Analytics KPIs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345032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5B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05862F-CFF5-EF1D-EB9F-F5C5A4E06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561507"/>
            <a:ext cx="10905066" cy="373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865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076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9BF320-EB76-B0EC-5A83-37B277616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02512"/>
            <a:ext cx="10905066" cy="42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74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48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3A6B28-AD6B-9B24-EB0A-E0BBAE74F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38825"/>
            <a:ext cx="10905066" cy="398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1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A4A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A30E64-9D25-2074-DFB4-AF4D8D314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07094"/>
            <a:ext cx="10905066" cy="444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7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6A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773B25-EEF9-0F52-DA9C-DEE910C08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52458"/>
            <a:ext cx="10905066" cy="395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12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D9A2F-39B8-6B40-8E2A-6A592D9D8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  <a:ea typeface="+mj-lt"/>
                <a:cs typeface="+mj-lt"/>
              </a:rPr>
              <a:t>Facebook – Data Insights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42606-F38B-C379-3883-524433D5B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Total Spend: Around ₹22,000 across campaigns.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Impressions: Over 2.2 million views (Tableau &amp; Excel).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Clicks: About 7,196 clicks. CTR around 0.25–0.32%.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Conversions: 106 leads in Tableau; up to 746 purchases in Power BI.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Conversion Rate: Ranged from 1.9% to 10.4% depending on ad.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ROAS: About 1.40 (Power BI); lower in most others.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Profit Margin: 28.72% (Power BI).</a:t>
            </a:r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00845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FE73EDB-C53E-FFD6-ED01-CF205C18DEA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18127E-FCBF-CE9F-B93C-9842E6666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  <a:ea typeface="+mj-lt"/>
                <a:cs typeface="+mj-lt"/>
              </a:rPr>
              <a:t>More Insights </a:t>
            </a:r>
            <a:endParaRPr lang="en-US" sz="5400">
              <a:solidFill>
                <a:schemeClr val="bg1"/>
              </a:solidFill>
            </a:endParaRPr>
          </a:p>
        </p:txBody>
      </p:sp>
      <p:sp>
        <p:nvSpPr>
          <p:cNvPr id="49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6531B14D-4B09-D4BC-201A-F676C2B43A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6779345"/>
              </p:ext>
            </p:extLst>
          </p:nvPr>
        </p:nvGraphicFramePr>
        <p:xfrm>
          <a:off x="838200" y="2004446"/>
          <a:ext cx="10515600" cy="4176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47550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016ABC-3DF2-4B3F-3D54-2E7DD0952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Facebook – Summary &amp; Conclusion</a:t>
            </a: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CB1AAF-3110-45A5-4315-E2700B8245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6469633"/>
              </p:ext>
            </p:extLst>
          </p:nvPr>
        </p:nvGraphicFramePr>
        <p:xfrm>
          <a:off x="4447308" y="591344"/>
          <a:ext cx="6906491" cy="5585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2565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EBB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6247D4-BC56-D7C3-05E2-23FBCB5B5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9600" b="1" kern="1200" dirty="0">
                <a:latin typeface="+mj-lt"/>
                <a:ea typeface="+mj-ea"/>
                <a:cs typeface="+mj-cs"/>
              </a:rPr>
              <a:t>GOOGLE </a:t>
            </a:r>
          </a:p>
          <a:p>
            <a:pPr algn="ctr"/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29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542D2C-38F7-E7BA-9B21-2F3771321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08" y="0"/>
            <a:ext cx="12199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88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A463D6-6DA6-2476-D18C-021C6523F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90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0FB1C8-391F-C55D-7F8E-3A777C13E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71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249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A06829-4484-854C-4C61-AFC567951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25194"/>
            <a:ext cx="10905066" cy="40076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12DA38-03B4-343A-353E-4FA5B6676EB5}"/>
              </a:ext>
            </a:extLst>
          </p:cNvPr>
          <p:cNvSpPr txBox="1"/>
          <p:nvPr/>
        </p:nvSpPr>
        <p:spPr>
          <a:xfrm>
            <a:off x="503613" y="529423"/>
            <a:ext cx="1165629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b="1" dirty="0"/>
              <a:t>MySQL </a:t>
            </a:r>
            <a:r>
              <a:rPr lang="en-US" sz="3000" b="1" err="1"/>
              <a:t>QnA</a:t>
            </a:r>
            <a:r>
              <a:rPr lang="en-US" sz="3000" b="1" dirty="0"/>
              <a:t> for Google Analytics KPIs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831280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23C9E9-D4AB-92B8-56EC-E8685EFE0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61618"/>
            <a:ext cx="10905066" cy="433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65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A4219-7823-4775-08AF-8DE438C84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  <a:ea typeface="+mj-lt"/>
                <a:cs typeface="+mj-lt"/>
              </a:rPr>
              <a:t>Google – Data Insights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CD6BE-F836-3A38-8095-5BCE753FE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Total Spend: Approx ₹15.22 million (Power BI).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Revenue: ₹586.87 million reported in BI dashboard.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CTR: Ranged from 9.82% (Power BI) to 16.78% (Excel).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Clicks: Over 12–15 million across reports.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Conversions: Over 3 million conversions (Power BI &amp; Excel).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Conversion Rate: Around 23–26.5%.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ROAS: 38.56 (Power BI).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Profit Margin: 97.41% (Power BI).</a:t>
            </a:r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53691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DC4C52-39B2-0492-AD9B-AC2FBDCA6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D9853E3-C8B8-D0BF-96B3-40832145DE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7291" b="84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8A025E-3E96-C96A-2F07-A17A01444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More Insights </a:t>
            </a:r>
            <a:endParaRPr lang="en-US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DB5D08-8E91-6D6B-80F8-E7B96AE001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06522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86497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3B63C-CD9A-901A-274A-8BC250D7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Google – Summary &amp; Conclusion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E26DE2-09FF-BE58-A73E-AA67022849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0448251"/>
              </p:ext>
            </p:extLst>
          </p:nvPr>
        </p:nvGraphicFramePr>
        <p:xfrm>
          <a:off x="4447308" y="591344"/>
          <a:ext cx="6906491" cy="5585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0560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2" name="Rectangle 681">
            <a:extLst>
              <a:ext uri="{FF2B5EF4-FFF2-40B4-BE49-F238E27FC236}">
                <a16:creationId xmlns:a16="http://schemas.microsoft.com/office/drawing/2014/main" id="{B86AA2DA-281A-4806-8977-D617AEAC8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" name="Freeform: Shape 683">
            <a:extLst>
              <a:ext uri="{FF2B5EF4-FFF2-40B4-BE49-F238E27FC236}">
                <a16:creationId xmlns:a16="http://schemas.microsoft.com/office/drawing/2014/main" id="{64185774-6FC0-4B8D-A8DB-A88546889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59988" y="0"/>
            <a:ext cx="2632012" cy="6858000"/>
          </a:xfrm>
          <a:custGeom>
            <a:avLst/>
            <a:gdLst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57677 w 2632012"/>
              <a:gd name="connsiteY27" fmla="*/ 2548608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08456 w 2632012"/>
              <a:gd name="connsiteY22" fmla="*/ 5878851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632012" h="685800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8AF92E-C7E9-5557-D9C1-72F804DE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8" y="609597"/>
            <a:ext cx="9770022" cy="1330841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Final Thoughts</a:t>
            </a:r>
            <a:endParaRPr lang="en-US" dirty="0"/>
          </a:p>
        </p:txBody>
      </p:sp>
      <p:sp>
        <p:nvSpPr>
          <p:cNvPr id="686" name="Freeform: Shape 685">
            <a:extLst>
              <a:ext uri="{FF2B5EF4-FFF2-40B4-BE49-F238E27FC236}">
                <a16:creationId xmlns:a16="http://schemas.microsoft.com/office/drawing/2014/main" id="{B7D3B4FC-79F4-47D2-9D79-DA876E6AD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0496" y="2022496"/>
            <a:ext cx="3795039" cy="404393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Megaphone">
            <a:extLst>
              <a:ext uri="{FF2B5EF4-FFF2-40B4-BE49-F238E27FC236}">
                <a16:creationId xmlns:a16="http://schemas.microsoft.com/office/drawing/2014/main" id="{C3001840-C139-460F-EF62-D64B7627B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1362" y="2308377"/>
            <a:ext cx="3482910" cy="3482910"/>
          </a:xfrm>
          <a:prstGeom prst="rect">
            <a:avLst/>
          </a:prstGeom>
        </p:spPr>
      </p:pic>
      <p:sp>
        <p:nvSpPr>
          <p:cNvPr id="688" name="Rectangle 6">
            <a:extLst>
              <a:ext uri="{FF2B5EF4-FFF2-40B4-BE49-F238E27FC236}">
                <a16:creationId xmlns:a16="http://schemas.microsoft.com/office/drawing/2014/main" id="{2775D660-3127-4688-9782-F7C4639B1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2788" y="5952857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66" name="Content Placeholder 2">
            <a:extLst>
              <a:ext uri="{FF2B5EF4-FFF2-40B4-BE49-F238E27FC236}">
                <a16:creationId xmlns:a16="http://schemas.microsoft.com/office/drawing/2014/main" id="{5654A6DD-6515-A5E8-E48C-BCE1F1874D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0166763"/>
              </p:ext>
            </p:extLst>
          </p:nvPr>
        </p:nvGraphicFramePr>
        <p:xfrm>
          <a:off x="1137038" y="2194100"/>
          <a:ext cx="5950970" cy="3908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51788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73C88-6418-5C54-336C-67B535478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We hope everything was clear and insightful. Happy to take any quick questions!</a:t>
            </a:r>
          </a:p>
          <a:p>
            <a:endParaRPr lang="en-US" sz="28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endParaRPr lang="en-US" sz="28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endParaRPr lang="en-US" sz="28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0" name="Graphic 59" descr="Help">
            <a:extLst>
              <a:ext uri="{FF2B5EF4-FFF2-40B4-BE49-F238E27FC236}">
                <a16:creationId xmlns:a16="http://schemas.microsoft.com/office/drawing/2014/main" id="{3EF5DB9D-26DC-3A84-6CF7-91204DB71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73888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087E7B-F7CA-E6F0-E3F1-1CAA268FE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endParaRPr lang="en-US" sz="17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285750" indent="-285750" algn="ctr"/>
            <a:r>
              <a:rPr lang="en-US" sz="2500" dirty="0">
                <a:ea typeface="+mj-lt"/>
                <a:cs typeface="+mj-lt"/>
              </a:rPr>
              <a:t>“</a:t>
            </a:r>
            <a:r>
              <a:rPr lang="en-US" sz="2500" kern="1200" dirty="0">
                <a:ea typeface="+mj-lt"/>
                <a:cs typeface="+mj-lt"/>
              </a:rPr>
              <a:t>Let’s </a:t>
            </a:r>
            <a:r>
              <a:rPr lang="en-US" sz="2500" dirty="0">
                <a:ea typeface="+mj-lt"/>
                <a:cs typeface="+mj-lt"/>
              </a:rPr>
              <a:t>transform </a:t>
            </a:r>
            <a:r>
              <a:rPr lang="en-US" sz="2500" kern="1200" dirty="0">
                <a:ea typeface="+mj-lt"/>
                <a:cs typeface="+mj-lt"/>
              </a:rPr>
              <a:t>data </a:t>
            </a:r>
            <a:r>
              <a:rPr lang="en-US" sz="2500" dirty="0">
                <a:ea typeface="+mj-lt"/>
                <a:cs typeface="+mj-lt"/>
              </a:rPr>
              <a:t>into insights and insights into meaningful impact!”</a:t>
            </a:r>
            <a:br>
              <a:rPr lang="en-US" sz="2500" dirty="0">
                <a:ea typeface="+mj-lt"/>
                <a:cs typeface="+mj-lt"/>
              </a:rPr>
            </a:br>
            <a:r>
              <a:rPr lang="en-US" sz="4500" b="1" dirty="0">
                <a:ea typeface="+mj-lt"/>
                <a:cs typeface="+mj-lt"/>
              </a:rPr>
              <a:t>Thank you!</a:t>
            </a:r>
            <a:br>
              <a:rPr lang="en-US" sz="4500" b="1" dirty="0">
                <a:ea typeface="+mj-lt"/>
                <a:cs typeface="+mj-lt"/>
              </a:rPr>
            </a:br>
            <a:endParaRPr lang="en-US" sz="2300" kern="1200">
              <a:ea typeface="+mj-lt"/>
              <a:cs typeface="+mj-lt"/>
            </a:endParaRPr>
          </a:p>
          <a:p>
            <a:pPr marL="285750" indent="-285750" algn="ctr"/>
            <a:br>
              <a:rPr lang="en-US" sz="1700" kern="1200" dirty="0"/>
            </a:br>
            <a:endParaRPr lang="en-US" sz="1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4" name="Graphic 23" descr="Smiling Face with No Fill">
            <a:extLst>
              <a:ext uri="{FF2B5EF4-FFF2-40B4-BE49-F238E27FC236}">
                <a16:creationId xmlns:a16="http://schemas.microsoft.com/office/drawing/2014/main" id="{80115C0B-B95F-E67B-5F29-D6E28DDC9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2700" y="591670"/>
            <a:ext cx="2742004" cy="2742004"/>
          </a:xfrm>
          <a:prstGeom prst="rect">
            <a:avLst/>
          </a:prstGeom>
        </p:spPr>
      </p:pic>
      <p:sp>
        <p:nvSpPr>
          <p:cNvPr id="63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21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610</Words>
  <Application>Microsoft Office PowerPoint</Application>
  <PresentationFormat>Widescreen</PresentationFormat>
  <Paragraphs>65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Perpetua</vt:lpstr>
      <vt:lpstr>office theme</vt:lpstr>
      <vt:lpstr>Social Medial Analytics Facebook and Google adds Performance</vt:lpstr>
      <vt:lpstr>Introduction </vt:lpstr>
      <vt:lpstr>Objective</vt:lpstr>
      <vt:lpstr>FACEBOOK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Facebook – Data Insights</vt:lpstr>
      <vt:lpstr>More Insights </vt:lpstr>
      <vt:lpstr>Facebook – Summary &amp; Conclusion</vt:lpstr>
      <vt:lpstr>GOOGLE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Google – Data Insights</vt:lpstr>
      <vt:lpstr>More Insights </vt:lpstr>
      <vt:lpstr>Google – Summary &amp; Conclusion</vt:lpstr>
      <vt:lpstr>Final Thoughts</vt:lpstr>
      <vt:lpstr>We hope everything was clear and insightful. Happy to take any quick questions!   </vt:lpstr>
      <vt:lpstr> “Let’s transform data into insights and insights into meaningful impact!” Thank you!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Pratiksha Pawar</cp:lastModifiedBy>
  <cp:revision>509</cp:revision>
  <dcterms:created xsi:type="dcterms:W3CDTF">2025-06-27T17:47:03Z</dcterms:created>
  <dcterms:modified xsi:type="dcterms:W3CDTF">2025-11-03T09:43:48Z</dcterms:modified>
</cp:coreProperties>
</file>